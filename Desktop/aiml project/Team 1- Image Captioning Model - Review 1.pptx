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2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CA5F06-24D3-4440-8EEC-15F0C9A5F7B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79E104-2382-4A37-BEAB-ABC4C21B25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develop a deep learning model that can automatically generate descriptive natural language captions for a given image</a:t>
          </a:r>
        </a:p>
      </dgm:t>
    </dgm:pt>
    <dgm:pt modelId="{46624415-72D5-47C8-90BC-6E8D913C132E}" type="parTrans" cxnId="{4CFD3A8F-5DC8-4350-A3D8-F230D90AFBF9}">
      <dgm:prSet/>
      <dgm:spPr/>
      <dgm:t>
        <a:bodyPr/>
        <a:lstStyle/>
        <a:p>
          <a:endParaRPr lang="en-US"/>
        </a:p>
      </dgm:t>
    </dgm:pt>
    <dgm:pt modelId="{4C8127FC-3756-45CC-8CEE-65F20B6862C4}" type="sibTrans" cxnId="{4CFD3A8F-5DC8-4350-A3D8-F230D90AFBF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F390716-FA6E-48F8-948B-45D14AECFC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give more accurate and detailed captions</a:t>
          </a:r>
        </a:p>
      </dgm:t>
    </dgm:pt>
    <dgm:pt modelId="{8A2198AF-1AE4-4FAE-8442-6568018DDCAD}" type="parTrans" cxnId="{6B8B8050-D2BC-4884-BCE0-FC4A5449BD13}">
      <dgm:prSet/>
      <dgm:spPr/>
      <dgm:t>
        <a:bodyPr/>
        <a:lstStyle/>
        <a:p>
          <a:endParaRPr lang="en-US"/>
        </a:p>
      </dgm:t>
    </dgm:pt>
    <dgm:pt modelId="{BB0B56D8-B1C5-47F6-BE56-AED1F088A4C0}" type="sibTrans" cxnId="{6B8B8050-D2BC-4884-BCE0-FC4A5449BD1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993A55E-8F24-4346-9F7A-4032389584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make it more accessible, and to do it automatically.</a:t>
          </a:r>
        </a:p>
      </dgm:t>
    </dgm:pt>
    <dgm:pt modelId="{104DCBF3-9329-47FD-AD3F-967B9DD482E1}" type="parTrans" cxnId="{4C32192B-B3AA-46DF-B35E-90740636AF96}">
      <dgm:prSet/>
      <dgm:spPr/>
      <dgm:t>
        <a:bodyPr/>
        <a:lstStyle/>
        <a:p>
          <a:endParaRPr lang="en-US"/>
        </a:p>
      </dgm:t>
    </dgm:pt>
    <dgm:pt modelId="{8434E1E4-BBD8-4E74-9128-752E0B23D668}" type="sibTrans" cxnId="{4C32192B-B3AA-46DF-B35E-90740636AF9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0663D3A-38C2-43A4-A573-7FA39A349F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Domain-specific captioning</a:t>
          </a:r>
        </a:p>
      </dgm:t>
    </dgm:pt>
    <dgm:pt modelId="{12D8455E-28F0-48BF-967F-B42A188F0747}" type="parTrans" cxnId="{20499402-F34F-4BEC-BC3C-C2B270AAB71F}">
      <dgm:prSet/>
      <dgm:spPr/>
      <dgm:t>
        <a:bodyPr/>
        <a:lstStyle/>
        <a:p>
          <a:endParaRPr lang="en-US"/>
        </a:p>
      </dgm:t>
    </dgm:pt>
    <dgm:pt modelId="{9579755E-BFD3-45E3-99BD-83F69FD10521}" type="sibTrans" cxnId="{20499402-F34F-4BEC-BC3C-C2B270AAB71F}">
      <dgm:prSet/>
      <dgm:spPr/>
      <dgm:t>
        <a:bodyPr/>
        <a:lstStyle/>
        <a:p>
          <a:endParaRPr lang="en-US"/>
        </a:p>
      </dgm:t>
    </dgm:pt>
    <dgm:pt modelId="{EE02D1A6-F8C1-4E4C-B4AF-1DFD4443A467}" type="pres">
      <dgm:prSet presAssocID="{08CA5F06-24D3-4440-8EEC-15F0C9A5F7B0}" presName="root" presStyleCnt="0">
        <dgm:presLayoutVars>
          <dgm:dir/>
          <dgm:resizeHandles val="exact"/>
        </dgm:presLayoutVars>
      </dgm:prSet>
      <dgm:spPr/>
    </dgm:pt>
    <dgm:pt modelId="{03C5E137-DD06-4F97-9DE9-ADF262FF3FA3}" type="pres">
      <dgm:prSet presAssocID="{08CA5F06-24D3-4440-8EEC-15F0C9A5F7B0}" presName="container" presStyleCnt="0">
        <dgm:presLayoutVars>
          <dgm:dir/>
          <dgm:resizeHandles val="exact"/>
        </dgm:presLayoutVars>
      </dgm:prSet>
      <dgm:spPr/>
    </dgm:pt>
    <dgm:pt modelId="{459E3E2B-9F41-49FD-AC52-0404F8FA9DF1}" type="pres">
      <dgm:prSet presAssocID="{1979E104-2382-4A37-BEAB-ABC4C21B25B9}" presName="compNode" presStyleCnt="0"/>
      <dgm:spPr/>
    </dgm:pt>
    <dgm:pt modelId="{2A2251A0-EC44-430D-914E-790475194056}" type="pres">
      <dgm:prSet presAssocID="{1979E104-2382-4A37-BEAB-ABC4C21B25B9}" presName="iconBgRect" presStyleLbl="bgShp" presStyleIdx="0" presStyleCnt="4"/>
      <dgm:spPr/>
    </dgm:pt>
    <dgm:pt modelId="{347F3993-4F66-46F0-8D9F-DA90C8BCA73A}" type="pres">
      <dgm:prSet presAssocID="{1979E104-2382-4A37-BEAB-ABC4C21B25B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DBA05DD2-1D40-4F1C-9310-671667539D7C}" type="pres">
      <dgm:prSet presAssocID="{1979E104-2382-4A37-BEAB-ABC4C21B25B9}" presName="spaceRect" presStyleCnt="0"/>
      <dgm:spPr/>
    </dgm:pt>
    <dgm:pt modelId="{B5A7488E-6E66-491C-8D6A-DEA7D556E0DD}" type="pres">
      <dgm:prSet presAssocID="{1979E104-2382-4A37-BEAB-ABC4C21B25B9}" presName="textRect" presStyleLbl="revTx" presStyleIdx="0" presStyleCnt="4">
        <dgm:presLayoutVars>
          <dgm:chMax val="1"/>
          <dgm:chPref val="1"/>
        </dgm:presLayoutVars>
      </dgm:prSet>
      <dgm:spPr/>
    </dgm:pt>
    <dgm:pt modelId="{F1D22F78-EC66-43E4-BE17-50F5B8EE8840}" type="pres">
      <dgm:prSet presAssocID="{4C8127FC-3756-45CC-8CEE-65F20B6862C4}" presName="sibTrans" presStyleLbl="sibTrans2D1" presStyleIdx="0" presStyleCnt="0"/>
      <dgm:spPr/>
    </dgm:pt>
    <dgm:pt modelId="{61239F74-FD8C-4A1D-BFAE-BBFFDC0A5C47}" type="pres">
      <dgm:prSet presAssocID="{5F390716-FA6E-48F8-948B-45D14AECFC62}" presName="compNode" presStyleCnt="0"/>
      <dgm:spPr/>
    </dgm:pt>
    <dgm:pt modelId="{FA5A0678-D1CE-40EA-AEC5-E70C33141DD2}" type="pres">
      <dgm:prSet presAssocID="{5F390716-FA6E-48F8-948B-45D14AECFC62}" presName="iconBgRect" presStyleLbl="bgShp" presStyleIdx="1" presStyleCnt="4"/>
      <dgm:spPr/>
    </dgm:pt>
    <dgm:pt modelId="{479E6B7F-F10E-45DE-8984-BAA22663FC2F}" type="pres">
      <dgm:prSet presAssocID="{5F390716-FA6E-48F8-948B-45D14AECFC6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FB6C449-EAFD-4884-BC78-E2427F1929D4}" type="pres">
      <dgm:prSet presAssocID="{5F390716-FA6E-48F8-948B-45D14AECFC62}" presName="spaceRect" presStyleCnt="0"/>
      <dgm:spPr/>
    </dgm:pt>
    <dgm:pt modelId="{5884869A-E203-42BD-B7FB-F162F02303BD}" type="pres">
      <dgm:prSet presAssocID="{5F390716-FA6E-48F8-948B-45D14AECFC62}" presName="textRect" presStyleLbl="revTx" presStyleIdx="1" presStyleCnt="4">
        <dgm:presLayoutVars>
          <dgm:chMax val="1"/>
          <dgm:chPref val="1"/>
        </dgm:presLayoutVars>
      </dgm:prSet>
      <dgm:spPr/>
    </dgm:pt>
    <dgm:pt modelId="{6EC9C3C8-8E69-4416-8B85-B5EB0F884381}" type="pres">
      <dgm:prSet presAssocID="{BB0B56D8-B1C5-47F6-BE56-AED1F088A4C0}" presName="sibTrans" presStyleLbl="sibTrans2D1" presStyleIdx="0" presStyleCnt="0"/>
      <dgm:spPr/>
    </dgm:pt>
    <dgm:pt modelId="{95F3936B-DA63-4AF0-9E45-AC027B98B1D2}" type="pres">
      <dgm:prSet presAssocID="{A993A55E-8F24-4346-9F7A-40323895842E}" presName="compNode" presStyleCnt="0"/>
      <dgm:spPr/>
    </dgm:pt>
    <dgm:pt modelId="{E880A1D5-800A-4824-9859-162EFCA6C475}" type="pres">
      <dgm:prSet presAssocID="{A993A55E-8F24-4346-9F7A-40323895842E}" presName="iconBgRect" presStyleLbl="bgShp" presStyleIdx="2" presStyleCnt="4"/>
      <dgm:spPr/>
    </dgm:pt>
    <dgm:pt modelId="{332DD4F1-3DFB-488B-9B0C-35BEB60DDE3C}" type="pres">
      <dgm:prSet presAssocID="{A993A55E-8F24-4346-9F7A-40323895842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773F4D3F-7AF3-41DC-9975-87D520B4122C}" type="pres">
      <dgm:prSet presAssocID="{A993A55E-8F24-4346-9F7A-40323895842E}" presName="spaceRect" presStyleCnt="0"/>
      <dgm:spPr/>
    </dgm:pt>
    <dgm:pt modelId="{D0D521EB-2047-46C7-8CCD-B00C0CE6EBD9}" type="pres">
      <dgm:prSet presAssocID="{A993A55E-8F24-4346-9F7A-40323895842E}" presName="textRect" presStyleLbl="revTx" presStyleIdx="2" presStyleCnt="4">
        <dgm:presLayoutVars>
          <dgm:chMax val="1"/>
          <dgm:chPref val="1"/>
        </dgm:presLayoutVars>
      </dgm:prSet>
      <dgm:spPr/>
    </dgm:pt>
    <dgm:pt modelId="{06A3CB35-8157-459B-9AD1-4456BB85AE65}" type="pres">
      <dgm:prSet presAssocID="{8434E1E4-BBD8-4E74-9128-752E0B23D668}" presName="sibTrans" presStyleLbl="sibTrans2D1" presStyleIdx="0" presStyleCnt="0"/>
      <dgm:spPr/>
    </dgm:pt>
    <dgm:pt modelId="{A9B09A79-4EFA-47F3-BE88-A0A0312B0F8E}" type="pres">
      <dgm:prSet presAssocID="{20663D3A-38C2-43A4-A573-7FA39A349FAD}" presName="compNode" presStyleCnt="0"/>
      <dgm:spPr/>
    </dgm:pt>
    <dgm:pt modelId="{F512E98A-D64F-4A02-A009-501036850820}" type="pres">
      <dgm:prSet presAssocID="{20663D3A-38C2-43A4-A573-7FA39A349FAD}" presName="iconBgRect" presStyleLbl="bgShp" presStyleIdx="3" presStyleCnt="4"/>
      <dgm:spPr/>
    </dgm:pt>
    <dgm:pt modelId="{AB018D75-0C8E-44DE-86ED-42A546E75811}" type="pres">
      <dgm:prSet presAssocID="{20663D3A-38C2-43A4-A573-7FA39A349FA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523517B2-2567-49A6-B348-0D0F336073F7}" type="pres">
      <dgm:prSet presAssocID="{20663D3A-38C2-43A4-A573-7FA39A349FAD}" presName="spaceRect" presStyleCnt="0"/>
      <dgm:spPr/>
    </dgm:pt>
    <dgm:pt modelId="{B36A83B0-99CB-4417-A395-034CD98CA4FA}" type="pres">
      <dgm:prSet presAssocID="{20663D3A-38C2-43A4-A573-7FA39A349FA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0499402-F34F-4BEC-BC3C-C2B270AAB71F}" srcId="{08CA5F06-24D3-4440-8EEC-15F0C9A5F7B0}" destId="{20663D3A-38C2-43A4-A573-7FA39A349FAD}" srcOrd="3" destOrd="0" parTransId="{12D8455E-28F0-48BF-967F-B42A188F0747}" sibTransId="{9579755E-BFD3-45E3-99BD-83F69FD10521}"/>
    <dgm:cxn modelId="{D5492707-9D93-4F14-8C4F-DBF6BB41C588}" type="presOf" srcId="{4C8127FC-3756-45CC-8CEE-65F20B6862C4}" destId="{F1D22F78-EC66-43E4-BE17-50F5B8EE8840}" srcOrd="0" destOrd="0" presId="urn:microsoft.com/office/officeart/2018/2/layout/IconCircleList"/>
    <dgm:cxn modelId="{4C32192B-B3AA-46DF-B35E-90740636AF96}" srcId="{08CA5F06-24D3-4440-8EEC-15F0C9A5F7B0}" destId="{A993A55E-8F24-4346-9F7A-40323895842E}" srcOrd="2" destOrd="0" parTransId="{104DCBF3-9329-47FD-AD3F-967B9DD482E1}" sibTransId="{8434E1E4-BBD8-4E74-9128-752E0B23D668}"/>
    <dgm:cxn modelId="{69D4C939-D05D-4E17-92F4-E38FA83D5A68}" type="presOf" srcId="{A993A55E-8F24-4346-9F7A-40323895842E}" destId="{D0D521EB-2047-46C7-8CCD-B00C0CE6EBD9}" srcOrd="0" destOrd="0" presId="urn:microsoft.com/office/officeart/2018/2/layout/IconCircleList"/>
    <dgm:cxn modelId="{6B8B8050-D2BC-4884-BCE0-FC4A5449BD13}" srcId="{08CA5F06-24D3-4440-8EEC-15F0C9A5F7B0}" destId="{5F390716-FA6E-48F8-948B-45D14AECFC62}" srcOrd="1" destOrd="0" parTransId="{8A2198AF-1AE4-4FAE-8442-6568018DDCAD}" sibTransId="{BB0B56D8-B1C5-47F6-BE56-AED1F088A4C0}"/>
    <dgm:cxn modelId="{7EB2DC50-21E6-4B21-8EB5-340184C32DA6}" type="presOf" srcId="{20663D3A-38C2-43A4-A573-7FA39A349FAD}" destId="{B36A83B0-99CB-4417-A395-034CD98CA4FA}" srcOrd="0" destOrd="0" presId="urn:microsoft.com/office/officeart/2018/2/layout/IconCircleList"/>
    <dgm:cxn modelId="{29FB6075-8BF0-4E33-85DB-F019FD074167}" type="presOf" srcId="{08CA5F06-24D3-4440-8EEC-15F0C9A5F7B0}" destId="{EE02D1A6-F8C1-4E4C-B4AF-1DFD4443A467}" srcOrd="0" destOrd="0" presId="urn:microsoft.com/office/officeart/2018/2/layout/IconCircleList"/>
    <dgm:cxn modelId="{4CFD3A8F-5DC8-4350-A3D8-F230D90AFBF9}" srcId="{08CA5F06-24D3-4440-8EEC-15F0C9A5F7B0}" destId="{1979E104-2382-4A37-BEAB-ABC4C21B25B9}" srcOrd="0" destOrd="0" parTransId="{46624415-72D5-47C8-90BC-6E8D913C132E}" sibTransId="{4C8127FC-3756-45CC-8CEE-65F20B6862C4}"/>
    <dgm:cxn modelId="{8D30D5BE-BBAD-44EB-B785-B4AFC0FCA6F5}" type="presOf" srcId="{5F390716-FA6E-48F8-948B-45D14AECFC62}" destId="{5884869A-E203-42BD-B7FB-F162F02303BD}" srcOrd="0" destOrd="0" presId="urn:microsoft.com/office/officeart/2018/2/layout/IconCircleList"/>
    <dgm:cxn modelId="{550BCDD4-EE89-46ED-A058-20826809FB86}" type="presOf" srcId="{1979E104-2382-4A37-BEAB-ABC4C21B25B9}" destId="{B5A7488E-6E66-491C-8D6A-DEA7D556E0DD}" srcOrd="0" destOrd="0" presId="urn:microsoft.com/office/officeart/2018/2/layout/IconCircleList"/>
    <dgm:cxn modelId="{C9EC02F5-CCD0-492C-AF9F-5B12A3B608E5}" type="presOf" srcId="{BB0B56D8-B1C5-47F6-BE56-AED1F088A4C0}" destId="{6EC9C3C8-8E69-4416-8B85-B5EB0F884381}" srcOrd="0" destOrd="0" presId="urn:microsoft.com/office/officeart/2018/2/layout/IconCircleList"/>
    <dgm:cxn modelId="{34317DF7-A47D-4918-A36C-40866489C69A}" type="presOf" srcId="{8434E1E4-BBD8-4E74-9128-752E0B23D668}" destId="{06A3CB35-8157-459B-9AD1-4456BB85AE65}" srcOrd="0" destOrd="0" presId="urn:microsoft.com/office/officeart/2018/2/layout/IconCircleList"/>
    <dgm:cxn modelId="{98757E62-13B3-48F7-805A-6A64A25A9E0F}" type="presParOf" srcId="{EE02D1A6-F8C1-4E4C-B4AF-1DFD4443A467}" destId="{03C5E137-DD06-4F97-9DE9-ADF262FF3FA3}" srcOrd="0" destOrd="0" presId="urn:microsoft.com/office/officeart/2018/2/layout/IconCircleList"/>
    <dgm:cxn modelId="{ADE34D43-A3C6-4812-8587-764F37D59097}" type="presParOf" srcId="{03C5E137-DD06-4F97-9DE9-ADF262FF3FA3}" destId="{459E3E2B-9F41-49FD-AC52-0404F8FA9DF1}" srcOrd="0" destOrd="0" presId="urn:microsoft.com/office/officeart/2018/2/layout/IconCircleList"/>
    <dgm:cxn modelId="{F4882138-15AF-4D9C-B6C2-14AE185110D0}" type="presParOf" srcId="{459E3E2B-9F41-49FD-AC52-0404F8FA9DF1}" destId="{2A2251A0-EC44-430D-914E-790475194056}" srcOrd="0" destOrd="0" presId="urn:microsoft.com/office/officeart/2018/2/layout/IconCircleList"/>
    <dgm:cxn modelId="{2254AF0B-962E-4A7C-AB97-4FFCD26D3B64}" type="presParOf" srcId="{459E3E2B-9F41-49FD-AC52-0404F8FA9DF1}" destId="{347F3993-4F66-46F0-8D9F-DA90C8BCA73A}" srcOrd="1" destOrd="0" presId="urn:microsoft.com/office/officeart/2018/2/layout/IconCircleList"/>
    <dgm:cxn modelId="{B4C36DA9-57BC-4AB2-B297-33E1FB2A970C}" type="presParOf" srcId="{459E3E2B-9F41-49FD-AC52-0404F8FA9DF1}" destId="{DBA05DD2-1D40-4F1C-9310-671667539D7C}" srcOrd="2" destOrd="0" presId="urn:microsoft.com/office/officeart/2018/2/layout/IconCircleList"/>
    <dgm:cxn modelId="{08C96DA6-2266-4BAC-BDA0-FB4172982B84}" type="presParOf" srcId="{459E3E2B-9F41-49FD-AC52-0404F8FA9DF1}" destId="{B5A7488E-6E66-491C-8D6A-DEA7D556E0DD}" srcOrd="3" destOrd="0" presId="urn:microsoft.com/office/officeart/2018/2/layout/IconCircleList"/>
    <dgm:cxn modelId="{22382A19-6A14-4A37-8CBA-D873C0C55D5D}" type="presParOf" srcId="{03C5E137-DD06-4F97-9DE9-ADF262FF3FA3}" destId="{F1D22F78-EC66-43E4-BE17-50F5B8EE8840}" srcOrd="1" destOrd="0" presId="urn:microsoft.com/office/officeart/2018/2/layout/IconCircleList"/>
    <dgm:cxn modelId="{385D1EB2-C34A-4EE5-BB0D-DA50738ABA09}" type="presParOf" srcId="{03C5E137-DD06-4F97-9DE9-ADF262FF3FA3}" destId="{61239F74-FD8C-4A1D-BFAE-BBFFDC0A5C47}" srcOrd="2" destOrd="0" presId="urn:microsoft.com/office/officeart/2018/2/layout/IconCircleList"/>
    <dgm:cxn modelId="{0DCA5447-DA05-4452-AC7D-E76CFAEF9572}" type="presParOf" srcId="{61239F74-FD8C-4A1D-BFAE-BBFFDC0A5C47}" destId="{FA5A0678-D1CE-40EA-AEC5-E70C33141DD2}" srcOrd="0" destOrd="0" presId="urn:microsoft.com/office/officeart/2018/2/layout/IconCircleList"/>
    <dgm:cxn modelId="{C89B9DF2-EDDC-4C5C-A464-C89A36EA2B9D}" type="presParOf" srcId="{61239F74-FD8C-4A1D-BFAE-BBFFDC0A5C47}" destId="{479E6B7F-F10E-45DE-8984-BAA22663FC2F}" srcOrd="1" destOrd="0" presId="urn:microsoft.com/office/officeart/2018/2/layout/IconCircleList"/>
    <dgm:cxn modelId="{A52CEFAA-AAB7-4DAF-81F4-4E8AC8025967}" type="presParOf" srcId="{61239F74-FD8C-4A1D-BFAE-BBFFDC0A5C47}" destId="{5FB6C449-EAFD-4884-BC78-E2427F1929D4}" srcOrd="2" destOrd="0" presId="urn:microsoft.com/office/officeart/2018/2/layout/IconCircleList"/>
    <dgm:cxn modelId="{924D0EAF-EA0D-4566-ACD7-F0C1E25BF0B5}" type="presParOf" srcId="{61239F74-FD8C-4A1D-BFAE-BBFFDC0A5C47}" destId="{5884869A-E203-42BD-B7FB-F162F02303BD}" srcOrd="3" destOrd="0" presId="urn:microsoft.com/office/officeart/2018/2/layout/IconCircleList"/>
    <dgm:cxn modelId="{CBDA21E8-0EB3-41B0-8142-10F0BD4323CE}" type="presParOf" srcId="{03C5E137-DD06-4F97-9DE9-ADF262FF3FA3}" destId="{6EC9C3C8-8E69-4416-8B85-B5EB0F884381}" srcOrd="3" destOrd="0" presId="urn:microsoft.com/office/officeart/2018/2/layout/IconCircleList"/>
    <dgm:cxn modelId="{75D48CB0-D8A3-42A4-9A08-EE4B94E4F496}" type="presParOf" srcId="{03C5E137-DD06-4F97-9DE9-ADF262FF3FA3}" destId="{95F3936B-DA63-4AF0-9E45-AC027B98B1D2}" srcOrd="4" destOrd="0" presId="urn:microsoft.com/office/officeart/2018/2/layout/IconCircleList"/>
    <dgm:cxn modelId="{CEB53559-A9E9-4404-B9AE-DD2E49733692}" type="presParOf" srcId="{95F3936B-DA63-4AF0-9E45-AC027B98B1D2}" destId="{E880A1D5-800A-4824-9859-162EFCA6C475}" srcOrd="0" destOrd="0" presId="urn:microsoft.com/office/officeart/2018/2/layout/IconCircleList"/>
    <dgm:cxn modelId="{DD5DA1AC-0FBB-4BC3-86CF-EC37F0EADC39}" type="presParOf" srcId="{95F3936B-DA63-4AF0-9E45-AC027B98B1D2}" destId="{332DD4F1-3DFB-488B-9B0C-35BEB60DDE3C}" srcOrd="1" destOrd="0" presId="urn:microsoft.com/office/officeart/2018/2/layout/IconCircleList"/>
    <dgm:cxn modelId="{965B2DE5-B1C3-4F25-865D-6C739AE97B78}" type="presParOf" srcId="{95F3936B-DA63-4AF0-9E45-AC027B98B1D2}" destId="{773F4D3F-7AF3-41DC-9975-87D520B4122C}" srcOrd="2" destOrd="0" presId="urn:microsoft.com/office/officeart/2018/2/layout/IconCircleList"/>
    <dgm:cxn modelId="{558C6342-5B0C-4B61-BC49-90B1647BC94A}" type="presParOf" srcId="{95F3936B-DA63-4AF0-9E45-AC027B98B1D2}" destId="{D0D521EB-2047-46C7-8CCD-B00C0CE6EBD9}" srcOrd="3" destOrd="0" presId="urn:microsoft.com/office/officeart/2018/2/layout/IconCircleList"/>
    <dgm:cxn modelId="{1BB13E1B-A960-421E-8276-19592E3453FE}" type="presParOf" srcId="{03C5E137-DD06-4F97-9DE9-ADF262FF3FA3}" destId="{06A3CB35-8157-459B-9AD1-4456BB85AE65}" srcOrd="5" destOrd="0" presId="urn:microsoft.com/office/officeart/2018/2/layout/IconCircleList"/>
    <dgm:cxn modelId="{A082932E-FC4C-48FB-A667-A1CB5BF25D32}" type="presParOf" srcId="{03C5E137-DD06-4F97-9DE9-ADF262FF3FA3}" destId="{A9B09A79-4EFA-47F3-BE88-A0A0312B0F8E}" srcOrd="6" destOrd="0" presId="urn:microsoft.com/office/officeart/2018/2/layout/IconCircleList"/>
    <dgm:cxn modelId="{B3F5AD7B-986E-4BD8-A5AA-6A0E97824883}" type="presParOf" srcId="{A9B09A79-4EFA-47F3-BE88-A0A0312B0F8E}" destId="{F512E98A-D64F-4A02-A009-501036850820}" srcOrd="0" destOrd="0" presId="urn:microsoft.com/office/officeart/2018/2/layout/IconCircleList"/>
    <dgm:cxn modelId="{ACF2EDE4-0435-440C-A68F-D45D14F846BD}" type="presParOf" srcId="{A9B09A79-4EFA-47F3-BE88-A0A0312B0F8E}" destId="{AB018D75-0C8E-44DE-86ED-42A546E75811}" srcOrd="1" destOrd="0" presId="urn:microsoft.com/office/officeart/2018/2/layout/IconCircleList"/>
    <dgm:cxn modelId="{66C327AF-081E-48BB-A189-CAF47B673186}" type="presParOf" srcId="{A9B09A79-4EFA-47F3-BE88-A0A0312B0F8E}" destId="{523517B2-2567-49A6-B348-0D0F336073F7}" srcOrd="2" destOrd="0" presId="urn:microsoft.com/office/officeart/2018/2/layout/IconCircleList"/>
    <dgm:cxn modelId="{B142759B-C927-4745-8BB1-39E9F775281D}" type="presParOf" srcId="{A9B09A79-4EFA-47F3-BE88-A0A0312B0F8E}" destId="{B36A83B0-99CB-4417-A395-034CD98CA4F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CA5F06-24D3-4440-8EEC-15F0C9A5F7B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79E104-2382-4A37-BEAB-ABC4C21B25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develop a deep learning model that can automatically generate descriptive natural language captions for a given image</a:t>
          </a:r>
        </a:p>
      </dgm:t>
    </dgm:pt>
    <dgm:pt modelId="{46624415-72D5-47C8-90BC-6E8D913C132E}" type="parTrans" cxnId="{4CFD3A8F-5DC8-4350-A3D8-F230D90AFBF9}">
      <dgm:prSet/>
      <dgm:spPr/>
      <dgm:t>
        <a:bodyPr/>
        <a:lstStyle/>
        <a:p>
          <a:endParaRPr lang="en-US"/>
        </a:p>
      </dgm:t>
    </dgm:pt>
    <dgm:pt modelId="{4C8127FC-3756-45CC-8CEE-65F20B6862C4}" type="sibTrans" cxnId="{4CFD3A8F-5DC8-4350-A3D8-F230D90AFBF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F390716-FA6E-48F8-948B-45D14AECFC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give more accurate and detailed captions</a:t>
          </a:r>
        </a:p>
      </dgm:t>
    </dgm:pt>
    <dgm:pt modelId="{8A2198AF-1AE4-4FAE-8442-6568018DDCAD}" type="parTrans" cxnId="{6B8B8050-D2BC-4884-BCE0-FC4A5449BD13}">
      <dgm:prSet/>
      <dgm:spPr/>
      <dgm:t>
        <a:bodyPr/>
        <a:lstStyle/>
        <a:p>
          <a:endParaRPr lang="en-US"/>
        </a:p>
      </dgm:t>
    </dgm:pt>
    <dgm:pt modelId="{BB0B56D8-B1C5-47F6-BE56-AED1F088A4C0}" type="sibTrans" cxnId="{6B8B8050-D2BC-4884-BCE0-FC4A5449BD1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993A55E-8F24-4346-9F7A-4032389584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make it more accessible, and to do it automatically.</a:t>
          </a:r>
        </a:p>
      </dgm:t>
    </dgm:pt>
    <dgm:pt modelId="{104DCBF3-9329-47FD-AD3F-967B9DD482E1}" type="parTrans" cxnId="{4C32192B-B3AA-46DF-B35E-90740636AF96}">
      <dgm:prSet/>
      <dgm:spPr/>
      <dgm:t>
        <a:bodyPr/>
        <a:lstStyle/>
        <a:p>
          <a:endParaRPr lang="en-US"/>
        </a:p>
      </dgm:t>
    </dgm:pt>
    <dgm:pt modelId="{8434E1E4-BBD8-4E74-9128-752E0B23D668}" type="sibTrans" cxnId="{4C32192B-B3AA-46DF-B35E-90740636AF9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0663D3A-38C2-43A4-A573-7FA39A349F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Domain-specific captioning</a:t>
          </a:r>
        </a:p>
      </dgm:t>
    </dgm:pt>
    <dgm:pt modelId="{12D8455E-28F0-48BF-967F-B42A188F0747}" type="parTrans" cxnId="{20499402-F34F-4BEC-BC3C-C2B270AAB71F}">
      <dgm:prSet/>
      <dgm:spPr/>
      <dgm:t>
        <a:bodyPr/>
        <a:lstStyle/>
        <a:p>
          <a:endParaRPr lang="en-US"/>
        </a:p>
      </dgm:t>
    </dgm:pt>
    <dgm:pt modelId="{9579755E-BFD3-45E3-99BD-83F69FD10521}" type="sibTrans" cxnId="{20499402-F34F-4BEC-BC3C-C2B270AAB71F}">
      <dgm:prSet/>
      <dgm:spPr/>
      <dgm:t>
        <a:bodyPr/>
        <a:lstStyle/>
        <a:p>
          <a:endParaRPr lang="en-US"/>
        </a:p>
      </dgm:t>
    </dgm:pt>
    <dgm:pt modelId="{EE02D1A6-F8C1-4E4C-B4AF-1DFD4443A467}" type="pres">
      <dgm:prSet presAssocID="{08CA5F06-24D3-4440-8EEC-15F0C9A5F7B0}" presName="root" presStyleCnt="0">
        <dgm:presLayoutVars>
          <dgm:dir/>
          <dgm:resizeHandles val="exact"/>
        </dgm:presLayoutVars>
      </dgm:prSet>
      <dgm:spPr/>
    </dgm:pt>
    <dgm:pt modelId="{03C5E137-DD06-4F97-9DE9-ADF262FF3FA3}" type="pres">
      <dgm:prSet presAssocID="{08CA5F06-24D3-4440-8EEC-15F0C9A5F7B0}" presName="container" presStyleCnt="0">
        <dgm:presLayoutVars>
          <dgm:dir/>
          <dgm:resizeHandles val="exact"/>
        </dgm:presLayoutVars>
      </dgm:prSet>
      <dgm:spPr/>
    </dgm:pt>
    <dgm:pt modelId="{459E3E2B-9F41-49FD-AC52-0404F8FA9DF1}" type="pres">
      <dgm:prSet presAssocID="{1979E104-2382-4A37-BEAB-ABC4C21B25B9}" presName="compNode" presStyleCnt="0"/>
      <dgm:spPr/>
    </dgm:pt>
    <dgm:pt modelId="{2A2251A0-EC44-430D-914E-790475194056}" type="pres">
      <dgm:prSet presAssocID="{1979E104-2382-4A37-BEAB-ABC4C21B25B9}" presName="iconBgRect" presStyleLbl="bgShp" presStyleIdx="0" presStyleCnt="4"/>
      <dgm:spPr/>
    </dgm:pt>
    <dgm:pt modelId="{347F3993-4F66-46F0-8D9F-DA90C8BCA73A}" type="pres">
      <dgm:prSet presAssocID="{1979E104-2382-4A37-BEAB-ABC4C21B25B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DBA05DD2-1D40-4F1C-9310-671667539D7C}" type="pres">
      <dgm:prSet presAssocID="{1979E104-2382-4A37-BEAB-ABC4C21B25B9}" presName="spaceRect" presStyleCnt="0"/>
      <dgm:spPr/>
    </dgm:pt>
    <dgm:pt modelId="{B5A7488E-6E66-491C-8D6A-DEA7D556E0DD}" type="pres">
      <dgm:prSet presAssocID="{1979E104-2382-4A37-BEAB-ABC4C21B25B9}" presName="textRect" presStyleLbl="revTx" presStyleIdx="0" presStyleCnt="4">
        <dgm:presLayoutVars>
          <dgm:chMax val="1"/>
          <dgm:chPref val="1"/>
        </dgm:presLayoutVars>
      </dgm:prSet>
      <dgm:spPr/>
    </dgm:pt>
    <dgm:pt modelId="{F1D22F78-EC66-43E4-BE17-50F5B8EE8840}" type="pres">
      <dgm:prSet presAssocID="{4C8127FC-3756-45CC-8CEE-65F20B6862C4}" presName="sibTrans" presStyleLbl="sibTrans2D1" presStyleIdx="0" presStyleCnt="0"/>
      <dgm:spPr/>
    </dgm:pt>
    <dgm:pt modelId="{61239F74-FD8C-4A1D-BFAE-BBFFDC0A5C47}" type="pres">
      <dgm:prSet presAssocID="{5F390716-FA6E-48F8-948B-45D14AECFC62}" presName="compNode" presStyleCnt="0"/>
      <dgm:spPr/>
    </dgm:pt>
    <dgm:pt modelId="{FA5A0678-D1CE-40EA-AEC5-E70C33141DD2}" type="pres">
      <dgm:prSet presAssocID="{5F390716-FA6E-48F8-948B-45D14AECFC62}" presName="iconBgRect" presStyleLbl="bgShp" presStyleIdx="1" presStyleCnt="4"/>
      <dgm:spPr/>
    </dgm:pt>
    <dgm:pt modelId="{479E6B7F-F10E-45DE-8984-BAA22663FC2F}" type="pres">
      <dgm:prSet presAssocID="{5F390716-FA6E-48F8-948B-45D14AECFC6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FB6C449-EAFD-4884-BC78-E2427F1929D4}" type="pres">
      <dgm:prSet presAssocID="{5F390716-FA6E-48F8-948B-45D14AECFC62}" presName="spaceRect" presStyleCnt="0"/>
      <dgm:spPr/>
    </dgm:pt>
    <dgm:pt modelId="{5884869A-E203-42BD-B7FB-F162F02303BD}" type="pres">
      <dgm:prSet presAssocID="{5F390716-FA6E-48F8-948B-45D14AECFC62}" presName="textRect" presStyleLbl="revTx" presStyleIdx="1" presStyleCnt="4">
        <dgm:presLayoutVars>
          <dgm:chMax val="1"/>
          <dgm:chPref val="1"/>
        </dgm:presLayoutVars>
      </dgm:prSet>
      <dgm:spPr/>
    </dgm:pt>
    <dgm:pt modelId="{6EC9C3C8-8E69-4416-8B85-B5EB0F884381}" type="pres">
      <dgm:prSet presAssocID="{BB0B56D8-B1C5-47F6-BE56-AED1F088A4C0}" presName="sibTrans" presStyleLbl="sibTrans2D1" presStyleIdx="0" presStyleCnt="0"/>
      <dgm:spPr/>
    </dgm:pt>
    <dgm:pt modelId="{95F3936B-DA63-4AF0-9E45-AC027B98B1D2}" type="pres">
      <dgm:prSet presAssocID="{A993A55E-8F24-4346-9F7A-40323895842E}" presName="compNode" presStyleCnt="0"/>
      <dgm:spPr/>
    </dgm:pt>
    <dgm:pt modelId="{E880A1D5-800A-4824-9859-162EFCA6C475}" type="pres">
      <dgm:prSet presAssocID="{A993A55E-8F24-4346-9F7A-40323895842E}" presName="iconBgRect" presStyleLbl="bgShp" presStyleIdx="2" presStyleCnt="4"/>
      <dgm:spPr/>
    </dgm:pt>
    <dgm:pt modelId="{332DD4F1-3DFB-488B-9B0C-35BEB60DDE3C}" type="pres">
      <dgm:prSet presAssocID="{A993A55E-8F24-4346-9F7A-40323895842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773F4D3F-7AF3-41DC-9975-87D520B4122C}" type="pres">
      <dgm:prSet presAssocID="{A993A55E-8F24-4346-9F7A-40323895842E}" presName="spaceRect" presStyleCnt="0"/>
      <dgm:spPr/>
    </dgm:pt>
    <dgm:pt modelId="{D0D521EB-2047-46C7-8CCD-B00C0CE6EBD9}" type="pres">
      <dgm:prSet presAssocID="{A993A55E-8F24-4346-9F7A-40323895842E}" presName="textRect" presStyleLbl="revTx" presStyleIdx="2" presStyleCnt="4">
        <dgm:presLayoutVars>
          <dgm:chMax val="1"/>
          <dgm:chPref val="1"/>
        </dgm:presLayoutVars>
      </dgm:prSet>
      <dgm:spPr/>
    </dgm:pt>
    <dgm:pt modelId="{06A3CB35-8157-459B-9AD1-4456BB85AE65}" type="pres">
      <dgm:prSet presAssocID="{8434E1E4-BBD8-4E74-9128-752E0B23D668}" presName="sibTrans" presStyleLbl="sibTrans2D1" presStyleIdx="0" presStyleCnt="0"/>
      <dgm:spPr/>
    </dgm:pt>
    <dgm:pt modelId="{A9B09A79-4EFA-47F3-BE88-A0A0312B0F8E}" type="pres">
      <dgm:prSet presAssocID="{20663D3A-38C2-43A4-A573-7FA39A349FAD}" presName="compNode" presStyleCnt="0"/>
      <dgm:spPr/>
    </dgm:pt>
    <dgm:pt modelId="{F512E98A-D64F-4A02-A009-501036850820}" type="pres">
      <dgm:prSet presAssocID="{20663D3A-38C2-43A4-A573-7FA39A349FAD}" presName="iconBgRect" presStyleLbl="bgShp" presStyleIdx="3" presStyleCnt="4"/>
      <dgm:spPr/>
    </dgm:pt>
    <dgm:pt modelId="{AB018D75-0C8E-44DE-86ED-42A546E75811}" type="pres">
      <dgm:prSet presAssocID="{20663D3A-38C2-43A4-A573-7FA39A349FA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523517B2-2567-49A6-B348-0D0F336073F7}" type="pres">
      <dgm:prSet presAssocID="{20663D3A-38C2-43A4-A573-7FA39A349FAD}" presName="spaceRect" presStyleCnt="0"/>
      <dgm:spPr/>
    </dgm:pt>
    <dgm:pt modelId="{B36A83B0-99CB-4417-A395-034CD98CA4FA}" type="pres">
      <dgm:prSet presAssocID="{20663D3A-38C2-43A4-A573-7FA39A349FA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0499402-F34F-4BEC-BC3C-C2B270AAB71F}" srcId="{08CA5F06-24D3-4440-8EEC-15F0C9A5F7B0}" destId="{20663D3A-38C2-43A4-A573-7FA39A349FAD}" srcOrd="3" destOrd="0" parTransId="{12D8455E-28F0-48BF-967F-B42A188F0747}" sibTransId="{9579755E-BFD3-45E3-99BD-83F69FD10521}"/>
    <dgm:cxn modelId="{D5492707-9D93-4F14-8C4F-DBF6BB41C588}" type="presOf" srcId="{4C8127FC-3756-45CC-8CEE-65F20B6862C4}" destId="{F1D22F78-EC66-43E4-BE17-50F5B8EE8840}" srcOrd="0" destOrd="0" presId="urn:microsoft.com/office/officeart/2018/2/layout/IconCircleList"/>
    <dgm:cxn modelId="{4C32192B-B3AA-46DF-B35E-90740636AF96}" srcId="{08CA5F06-24D3-4440-8EEC-15F0C9A5F7B0}" destId="{A993A55E-8F24-4346-9F7A-40323895842E}" srcOrd="2" destOrd="0" parTransId="{104DCBF3-9329-47FD-AD3F-967B9DD482E1}" sibTransId="{8434E1E4-BBD8-4E74-9128-752E0B23D668}"/>
    <dgm:cxn modelId="{69D4C939-D05D-4E17-92F4-E38FA83D5A68}" type="presOf" srcId="{A993A55E-8F24-4346-9F7A-40323895842E}" destId="{D0D521EB-2047-46C7-8CCD-B00C0CE6EBD9}" srcOrd="0" destOrd="0" presId="urn:microsoft.com/office/officeart/2018/2/layout/IconCircleList"/>
    <dgm:cxn modelId="{6B8B8050-D2BC-4884-BCE0-FC4A5449BD13}" srcId="{08CA5F06-24D3-4440-8EEC-15F0C9A5F7B0}" destId="{5F390716-FA6E-48F8-948B-45D14AECFC62}" srcOrd="1" destOrd="0" parTransId="{8A2198AF-1AE4-4FAE-8442-6568018DDCAD}" sibTransId="{BB0B56D8-B1C5-47F6-BE56-AED1F088A4C0}"/>
    <dgm:cxn modelId="{7EB2DC50-21E6-4B21-8EB5-340184C32DA6}" type="presOf" srcId="{20663D3A-38C2-43A4-A573-7FA39A349FAD}" destId="{B36A83B0-99CB-4417-A395-034CD98CA4FA}" srcOrd="0" destOrd="0" presId="urn:microsoft.com/office/officeart/2018/2/layout/IconCircleList"/>
    <dgm:cxn modelId="{29FB6075-8BF0-4E33-85DB-F019FD074167}" type="presOf" srcId="{08CA5F06-24D3-4440-8EEC-15F0C9A5F7B0}" destId="{EE02D1A6-F8C1-4E4C-B4AF-1DFD4443A467}" srcOrd="0" destOrd="0" presId="urn:microsoft.com/office/officeart/2018/2/layout/IconCircleList"/>
    <dgm:cxn modelId="{4CFD3A8F-5DC8-4350-A3D8-F230D90AFBF9}" srcId="{08CA5F06-24D3-4440-8EEC-15F0C9A5F7B0}" destId="{1979E104-2382-4A37-BEAB-ABC4C21B25B9}" srcOrd="0" destOrd="0" parTransId="{46624415-72D5-47C8-90BC-6E8D913C132E}" sibTransId="{4C8127FC-3756-45CC-8CEE-65F20B6862C4}"/>
    <dgm:cxn modelId="{8D30D5BE-BBAD-44EB-B785-B4AFC0FCA6F5}" type="presOf" srcId="{5F390716-FA6E-48F8-948B-45D14AECFC62}" destId="{5884869A-E203-42BD-B7FB-F162F02303BD}" srcOrd="0" destOrd="0" presId="urn:microsoft.com/office/officeart/2018/2/layout/IconCircleList"/>
    <dgm:cxn modelId="{550BCDD4-EE89-46ED-A058-20826809FB86}" type="presOf" srcId="{1979E104-2382-4A37-BEAB-ABC4C21B25B9}" destId="{B5A7488E-6E66-491C-8D6A-DEA7D556E0DD}" srcOrd="0" destOrd="0" presId="urn:microsoft.com/office/officeart/2018/2/layout/IconCircleList"/>
    <dgm:cxn modelId="{C9EC02F5-CCD0-492C-AF9F-5B12A3B608E5}" type="presOf" srcId="{BB0B56D8-B1C5-47F6-BE56-AED1F088A4C0}" destId="{6EC9C3C8-8E69-4416-8B85-B5EB0F884381}" srcOrd="0" destOrd="0" presId="urn:microsoft.com/office/officeart/2018/2/layout/IconCircleList"/>
    <dgm:cxn modelId="{34317DF7-A47D-4918-A36C-40866489C69A}" type="presOf" srcId="{8434E1E4-BBD8-4E74-9128-752E0B23D668}" destId="{06A3CB35-8157-459B-9AD1-4456BB85AE65}" srcOrd="0" destOrd="0" presId="urn:microsoft.com/office/officeart/2018/2/layout/IconCircleList"/>
    <dgm:cxn modelId="{98757E62-13B3-48F7-805A-6A64A25A9E0F}" type="presParOf" srcId="{EE02D1A6-F8C1-4E4C-B4AF-1DFD4443A467}" destId="{03C5E137-DD06-4F97-9DE9-ADF262FF3FA3}" srcOrd="0" destOrd="0" presId="urn:microsoft.com/office/officeart/2018/2/layout/IconCircleList"/>
    <dgm:cxn modelId="{ADE34D43-A3C6-4812-8587-764F37D59097}" type="presParOf" srcId="{03C5E137-DD06-4F97-9DE9-ADF262FF3FA3}" destId="{459E3E2B-9F41-49FD-AC52-0404F8FA9DF1}" srcOrd="0" destOrd="0" presId="urn:microsoft.com/office/officeart/2018/2/layout/IconCircleList"/>
    <dgm:cxn modelId="{F4882138-15AF-4D9C-B6C2-14AE185110D0}" type="presParOf" srcId="{459E3E2B-9F41-49FD-AC52-0404F8FA9DF1}" destId="{2A2251A0-EC44-430D-914E-790475194056}" srcOrd="0" destOrd="0" presId="urn:microsoft.com/office/officeart/2018/2/layout/IconCircleList"/>
    <dgm:cxn modelId="{2254AF0B-962E-4A7C-AB97-4FFCD26D3B64}" type="presParOf" srcId="{459E3E2B-9F41-49FD-AC52-0404F8FA9DF1}" destId="{347F3993-4F66-46F0-8D9F-DA90C8BCA73A}" srcOrd="1" destOrd="0" presId="urn:microsoft.com/office/officeart/2018/2/layout/IconCircleList"/>
    <dgm:cxn modelId="{B4C36DA9-57BC-4AB2-B297-33E1FB2A970C}" type="presParOf" srcId="{459E3E2B-9F41-49FD-AC52-0404F8FA9DF1}" destId="{DBA05DD2-1D40-4F1C-9310-671667539D7C}" srcOrd="2" destOrd="0" presId="urn:microsoft.com/office/officeart/2018/2/layout/IconCircleList"/>
    <dgm:cxn modelId="{08C96DA6-2266-4BAC-BDA0-FB4172982B84}" type="presParOf" srcId="{459E3E2B-9F41-49FD-AC52-0404F8FA9DF1}" destId="{B5A7488E-6E66-491C-8D6A-DEA7D556E0DD}" srcOrd="3" destOrd="0" presId="urn:microsoft.com/office/officeart/2018/2/layout/IconCircleList"/>
    <dgm:cxn modelId="{22382A19-6A14-4A37-8CBA-D873C0C55D5D}" type="presParOf" srcId="{03C5E137-DD06-4F97-9DE9-ADF262FF3FA3}" destId="{F1D22F78-EC66-43E4-BE17-50F5B8EE8840}" srcOrd="1" destOrd="0" presId="urn:microsoft.com/office/officeart/2018/2/layout/IconCircleList"/>
    <dgm:cxn modelId="{385D1EB2-C34A-4EE5-BB0D-DA50738ABA09}" type="presParOf" srcId="{03C5E137-DD06-4F97-9DE9-ADF262FF3FA3}" destId="{61239F74-FD8C-4A1D-BFAE-BBFFDC0A5C47}" srcOrd="2" destOrd="0" presId="urn:microsoft.com/office/officeart/2018/2/layout/IconCircleList"/>
    <dgm:cxn modelId="{0DCA5447-DA05-4452-AC7D-E76CFAEF9572}" type="presParOf" srcId="{61239F74-FD8C-4A1D-BFAE-BBFFDC0A5C47}" destId="{FA5A0678-D1CE-40EA-AEC5-E70C33141DD2}" srcOrd="0" destOrd="0" presId="urn:microsoft.com/office/officeart/2018/2/layout/IconCircleList"/>
    <dgm:cxn modelId="{C89B9DF2-EDDC-4C5C-A464-C89A36EA2B9D}" type="presParOf" srcId="{61239F74-FD8C-4A1D-BFAE-BBFFDC0A5C47}" destId="{479E6B7F-F10E-45DE-8984-BAA22663FC2F}" srcOrd="1" destOrd="0" presId="urn:microsoft.com/office/officeart/2018/2/layout/IconCircleList"/>
    <dgm:cxn modelId="{A52CEFAA-AAB7-4DAF-81F4-4E8AC8025967}" type="presParOf" srcId="{61239F74-FD8C-4A1D-BFAE-BBFFDC0A5C47}" destId="{5FB6C449-EAFD-4884-BC78-E2427F1929D4}" srcOrd="2" destOrd="0" presId="urn:microsoft.com/office/officeart/2018/2/layout/IconCircleList"/>
    <dgm:cxn modelId="{924D0EAF-EA0D-4566-ACD7-F0C1E25BF0B5}" type="presParOf" srcId="{61239F74-FD8C-4A1D-BFAE-BBFFDC0A5C47}" destId="{5884869A-E203-42BD-B7FB-F162F02303BD}" srcOrd="3" destOrd="0" presId="urn:microsoft.com/office/officeart/2018/2/layout/IconCircleList"/>
    <dgm:cxn modelId="{CBDA21E8-0EB3-41B0-8142-10F0BD4323CE}" type="presParOf" srcId="{03C5E137-DD06-4F97-9DE9-ADF262FF3FA3}" destId="{6EC9C3C8-8E69-4416-8B85-B5EB0F884381}" srcOrd="3" destOrd="0" presId="urn:microsoft.com/office/officeart/2018/2/layout/IconCircleList"/>
    <dgm:cxn modelId="{75D48CB0-D8A3-42A4-9A08-EE4B94E4F496}" type="presParOf" srcId="{03C5E137-DD06-4F97-9DE9-ADF262FF3FA3}" destId="{95F3936B-DA63-4AF0-9E45-AC027B98B1D2}" srcOrd="4" destOrd="0" presId="urn:microsoft.com/office/officeart/2018/2/layout/IconCircleList"/>
    <dgm:cxn modelId="{CEB53559-A9E9-4404-B9AE-DD2E49733692}" type="presParOf" srcId="{95F3936B-DA63-4AF0-9E45-AC027B98B1D2}" destId="{E880A1D5-800A-4824-9859-162EFCA6C475}" srcOrd="0" destOrd="0" presId="urn:microsoft.com/office/officeart/2018/2/layout/IconCircleList"/>
    <dgm:cxn modelId="{DD5DA1AC-0FBB-4BC3-86CF-EC37F0EADC39}" type="presParOf" srcId="{95F3936B-DA63-4AF0-9E45-AC027B98B1D2}" destId="{332DD4F1-3DFB-488B-9B0C-35BEB60DDE3C}" srcOrd="1" destOrd="0" presId="urn:microsoft.com/office/officeart/2018/2/layout/IconCircleList"/>
    <dgm:cxn modelId="{965B2DE5-B1C3-4F25-865D-6C739AE97B78}" type="presParOf" srcId="{95F3936B-DA63-4AF0-9E45-AC027B98B1D2}" destId="{773F4D3F-7AF3-41DC-9975-87D520B4122C}" srcOrd="2" destOrd="0" presId="urn:microsoft.com/office/officeart/2018/2/layout/IconCircleList"/>
    <dgm:cxn modelId="{558C6342-5B0C-4B61-BC49-90B1647BC94A}" type="presParOf" srcId="{95F3936B-DA63-4AF0-9E45-AC027B98B1D2}" destId="{D0D521EB-2047-46C7-8CCD-B00C0CE6EBD9}" srcOrd="3" destOrd="0" presId="urn:microsoft.com/office/officeart/2018/2/layout/IconCircleList"/>
    <dgm:cxn modelId="{1BB13E1B-A960-421E-8276-19592E3453FE}" type="presParOf" srcId="{03C5E137-DD06-4F97-9DE9-ADF262FF3FA3}" destId="{06A3CB35-8157-459B-9AD1-4456BB85AE65}" srcOrd="5" destOrd="0" presId="urn:microsoft.com/office/officeart/2018/2/layout/IconCircleList"/>
    <dgm:cxn modelId="{A082932E-FC4C-48FB-A667-A1CB5BF25D32}" type="presParOf" srcId="{03C5E137-DD06-4F97-9DE9-ADF262FF3FA3}" destId="{A9B09A79-4EFA-47F3-BE88-A0A0312B0F8E}" srcOrd="6" destOrd="0" presId="urn:microsoft.com/office/officeart/2018/2/layout/IconCircleList"/>
    <dgm:cxn modelId="{B3F5AD7B-986E-4BD8-A5AA-6A0E97824883}" type="presParOf" srcId="{A9B09A79-4EFA-47F3-BE88-A0A0312B0F8E}" destId="{F512E98A-D64F-4A02-A009-501036850820}" srcOrd="0" destOrd="0" presId="urn:microsoft.com/office/officeart/2018/2/layout/IconCircleList"/>
    <dgm:cxn modelId="{ACF2EDE4-0435-440C-A68F-D45D14F846BD}" type="presParOf" srcId="{A9B09A79-4EFA-47F3-BE88-A0A0312B0F8E}" destId="{AB018D75-0C8E-44DE-86ED-42A546E75811}" srcOrd="1" destOrd="0" presId="urn:microsoft.com/office/officeart/2018/2/layout/IconCircleList"/>
    <dgm:cxn modelId="{66C327AF-081E-48BB-A189-CAF47B673186}" type="presParOf" srcId="{A9B09A79-4EFA-47F3-BE88-A0A0312B0F8E}" destId="{523517B2-2567-49A6-B348-0D0F336073F7}" srcOrd="2" destOrd="0" presId="urn:microsoft.com/office/officeart/2018/2/layout/IconCircleList"/>
    <dgm:cxn modelId="{B142759B-C927-4745-8BB1-39E9F775281D}" type="presParOf" srcId="{A9B09A79-4EFA-47F3-BE88-A0A0312B0F8E}" destId="{B36A83B0-99CB-4417-A395-034CD98CA4F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BCC90B9-584D-48F1-9AC8-CDAAC2BCACC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D08DB11-670B-4EAE-ACB8-69757E3B9944}">
      <dgm:prSet/>
      <dgm:spPr/>
      <dgm:t>
        <a:bodyPr/>
        <a:lstStyle/>
        <a:p>
          <a:r>
            <a:rPr lang="en-US"/>
            <a:t>Microsoft Seeing AI</a:t>
          </a:r>
        </a:p>
      </dgm:t>
    </dgm:pt>
    <dgm:pt modelId="{6128C9B2-393F-49DE-9A9F-160464FF4923}" type="parTrans" cxnId="{5ACC9FD2-A6E0-4126-9D3C-29D81B48D0B8}">
      <dgm:prSet/>
      <dgm:spPr/>
      <dgm:t>
        <a:bodyPr/>
        <a:lstStyle/>
        <a:p>
          <a:endParaRPr lang="en-US"/>
        </a:p>
      </dgm:t>
    </dgm:pt>
    <dgm:pt modelId="{C2798CAC-5CA4-4035-92C9-310159A586DD}" type="sibTrans" cxnId="{5ACC9FD2-A6E0-4126-9D3C-29D81B48D0B8}">
      <dgm:prSet/>
      <dgm:spPr/>
      <dgm:t>
        <a:bodyPr/>
        <a:lstStyle/>
        <a:p>
          <a:endParaRPr lang="en-US"/>
        </a:p>
      </dgm:t>
    </dgm:pt>
    <dgm:pt modelId="{DC16D6F1-9C9F-4E5C-B79C-AB5F90A89363}">
      <dgm:prSet/>
      <dgm:spPr/>
      <dgm:t>
        <a:bodyPr/>
        <a:lstStyle/>
        <a:p>
          <a:r>
            <a:rPr lang="en-US" dirty="0"/>
            <a:t>Google Lookout</a:t>
          </a:r>
        </a:p>
      </dgm:t>
    </dgm:pt>
    <dgm:pt modelId="{69ADD699-4699-431B-A89F-FB799D44B24B}" type="parTrans" cxnId="{E4FD579C-CCC3-4E9D-9E60-E1F9EF44AF8C}">
      <dgm:prSet/>
      <dgm:spPr/>
      <dgm:t>
        <a:bodyPr/>
        <a:lstStyle/>
        <a:p>
          <a:endParaRPr lang="en-US"/>
        </a:p>
      </dgm:t>
    </dgm:pt>
    <dgm:pt modelId="{54B48636-DD8C-4E73-87AB-5B76E0E61A0D}" type="sibTrans" cxnId="{E4FD579C-CCC3-4E9D-9E60-E1F9EF44AF8C}">
      <dgm:prSet/>
      <dgm:spPr/>
      <dgm:t>
        <a:bodyPr/>
        <a:lstStyle/>
        <a:p>
          <a:endParaRPr lang="en-US"/>
        </a:p>
      </dgm:t>
    </dgm:pt>
    <dgm:pt modelId="{E24D1E52-D322-48FB-A71F-D4A770A54E25}">
      <dgm:prSet/>
      <dgm:spPr/>
      <dgm:t>
        <a:bodyPr/>
        <a:lstStyle/>
        <a:p>
          <a:r>
            <a:rPr lang="en-US"/>
            <a:t>Facebook Automatic Alt Text</a:t>
          </a:r>
        </a:p>
      </dgm:t>
    </dgm:pt>
    <dgm:pt modelId="{4F0C8B42-C0CC-4BBB-8801-5DCF5BE205DB}" type="parTrans" cxnId="{99C2FBE0-EA46-4E7F-8FA9-372D91B1817B}">
      <dgm:prSet/>
      <dgm:spPr/>
      <dgm:t>
        <a:bodyPr/>
        <a:lstStyle/>
        <a:p>
          <a:endParaRPr lang="en-US"/>
        </a:p>
      </dgm:t>
    </dgm:pt>
    <dgm:pt modelId="{BF3DED9F-4EA9-45E3-B220-6113B24FC63D}" type="sibTrans" cxnId="{99C2FBE0-EA46-4E7F-8FA9-372D91B1817B}">
      <dgm:prSet/>
      <dgm:spPr/>
      <dgm:t>
        <a:bodyPr/>
        <a:lstStyle/>
        <a:p>
          <a:endParaRPr lang="en-US"/>
        </a:p>
      </dgm:t>
    </dgm:pt>
    <dgm:pt modelId="{B09FFCA2-73FC-4EFB-A700-FCDE15CD4941}">
      <dgm:prSet/>
      <dgm:spPr/>
      <dgm:t>
        <a:bodyPr/>
        <a:lstStyle/>
        <a:p>
          <a:r>
            <a:rPr lang="en-US"/>
            <a:t>Show and Tell </a:t>
          </a:r>
        </a:p>
      </dgm:t>
    </dgm:pt>
    <dgm:pt modelId="{1744CB46-BD61-4546-B87C-5AD3CFAD76DE}" type="parTrans" cxnId="{94482725-4ABA-437F-87E0-6D0657AF182E}">
      <dgm:prSet/>
      <dgm:spPr/>
      <dgm:t>
        <a:bodyPr/>
        <a:lstStyle/>
        <a:p>
          <a:endParaRPr lang="en-US"/>
        </a:p>
      </dgm:t>
    </dgm:pt>
    <dgm:pt modelId="{D1EFA71E-82F6-4A0E-9064-C5EA773B4E4D}" type="sibTrans" cxnId="{94482725-4ABA-437F-87E0-6D0657AF182E}">
      <dgm:prSet/>
      <dgm:spPr/>
      <dgm:t>
        <a:bodyPr/>
        <a:lstStyle/>
        <a:p>
          <a:endParaRPr lang="en-US"/>
        </a:p>
      </dgm:t>
    </dgm:pt>
    <dgm:pt modelId="{2F19DAA0-F126-421E-8486-70A7EEB18118}" type="pres">
      <dgm:prSet presAssocID="{0BCC90B9-584D-48F1-9AC8-CDAAC2BCACC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C6195FE-E2D7-4693-82D1-674A26A51AC9}" type="pres">
      <dgm:prSet presAssocID="{3D08DB11-670B-4EAE-ACB8-69757E3B9944}" presName="hierRoot1" presStyleCnt="0"/>
      <dgm:spPr/>
    </dgm:pt>
    <dgm:pt modelId="{BB63A228-670B-42D7-91E4-F49CA4A349ED}" type="pres">
      <dgm:prSet presAssocID="{3D08DB11-670B-4EAE-ACB8-69757E3B9944}" presName="composite" presStyleCnt="0"/>
      <dgm:spPr/>
    </dgm:pt>
    <dgm:pt modelId="{DD979704-813B-46BA-84EB-EBB5BFD91FC5}" type="pres">
      <dgm:prSet presAssocID="{3D08DB11-670B-4EAE-ACB8-69757E3B9944}" presName="background" presStyleLbl="node0" presStyleIdx="0" presStyleCnt="4"/>
      <dgm:spPr/>
    </dgm:pt>
    <dgm:pt modelId="{D132AAA0-4B72-495B-86BE-C6F410248ED8}" type="pres">
      <dgm:prSet presAssocID="{3D08DB11-670B-4EAE-ACB8-69757E3B9944}" presName="text" presStyleLbl="fgAcc0" presStyleIdx="0" presStyleCnt="4">
        <dgm:presLayoutVars>
          <dgm:chPref val="3"/>
        </dgm:presLayoutVars>
      </dgm:prSet>
      <dgm:spPr/>
    </dgm:pt>
    <dgm:pt modelId="{9FDC6AD8-4CA0-410C-8E64-5A62B15367ED}" type="pres">
      <dgm:prSet presAssocID="{3D08DB11-670B-4EAE-ACB8-69757E3B9944}" presName="hierChild2" presStyleCnt="0"/>
      <dgm:spPr/>
    </dgm:pt>
    <dgm:pt modelId="{B86E0086-AFA0-440B-A24D-46CA8B76BB40}" type="pres">
      <dgm:prSet presAssocID="{DC16D6F1-9C9F-4E5C-B79C-AB5F90A89363}" presName="hierRoot1" presStyleCnt="0"/>
      <dgm:spPr/>
    </dgm:pt>
    <dgm:pt modelId="{EDDECA66-1381-49FE-87BA-2B690A114A87}" type="pres">
      <dgm:prSet presAssocID="{DC16D6F1-9C9F-4E5C-B79C-AB5F90A89363}" presName="composite" presStyleCnt="0"/>
      <dgm:spPr/>
    </dgm:pt>
    <dgm:pt modelId="{2AC38A5F-E52E-4AB0-95DB-0FBC073EF61D}" type="pres">
      <dgm:prSet presAssocID="{DC16D6F1-9C9F-4E5C-B79C-AB5F90A89363}" presName="background" presStyleLbl="node0" presStyleIdx="1" presStyleCnt="4"/>
      <dgm:spPr/>
    </dgm:pt>
    <dgm:pt modelId="{F48E51B9-62CE-4365-A819-3C4F7890F4F3}" type="pres">
      <dgm:prSet presAssocID="{DC16D6F1-9C9F-4E5C-B79C-AB5F90A89363}" presName="text" presStyleLbl="fgAcc0" presStyleIdx="1" presStyleCnt="4">
        <dgm:presLayoutVars>
          <dgm:chPref val="3"/>
        </dgm:presLayoutVars>
      </dgm:prSet>
      <dgm:spPr/>
    </dgm:pt>
    <dgm:pt modelId="{60078E4F-0A01-47A5-A32E-0187B9D61C7F}" type="pres">
      <dgm:prSet presAssocID="{DC16D6F1-9C9F-4E5C-B79C-AB5F90A89363}" presName="hierChild2" presStyleCnt="0"/>
      <dgm:spPr/>
    </dgm:pt>
    <dgm:pt modelId="{A46BC297-6641-4658-813F-1277C6BB2DE9}" type="pres">
      <dgm:prSet presAssocID="{E24D1E52-D322-48FB-A71F-D4A770A54E25}" presName="hierRoot1" presStyleCnt="0"/>
      <dgm:spPr/>
    </dgm:pt>
    <dgm:pt modelId="{99C3BA0C-D6B5-49D9-953F-47CF1C69A50F}" type="pres">
      <dgm:prSet presAssocID="{E24D1E52-D322-48FB-A71F-D4A770A54E25}" presName="composite" presStyleCnt="0"/>
      <dgm:spPr/>
    </dgm:pt>
    <dgm:pt modelId="{0D6BC289-6E0F-4F1E-930D-8F4FAEF5AC71}" type="pres">
      <dgm:prSet presAssocID="{E24D1E52-D322-48FB-A71F-D4A770A54E25}" presName="background" presStyleLbl="node0" presStyleIdx="2" presStyleCnt="4"/>
      <dgm:spPr/>
    </dgm:pt>
    <dgm:pt modelId="{DA10C696-63CA-498C-BBA9-5B531B923839}" type="pres">
      <dgm:prSet presAssocID="{E24D1E52-D322-48FB-A71F-D4A770A54E25}" presName="text" presStyleLbl="fgAcc0" presStyleIdx="2" presStyleCnt="4">
        <dgm:presLayoutVars>
          <dgm:chPref val="3"/>
        </dgm:presLayoutVars>
      </dgm:prSet>
      <dgm:spPr/>
    </dgm:pt>
    <dgm:pt modelId="{590E3506-DFBB-486A-8648-0579A2BCD120}" type="pres">
      <dgm:prSet presAssocID="{E24D1E52-D322-48FB-A71F-D4A770A54E25}" presName="hierChild2" presStyleCnt="0"/>
      <dgm:spPr/>
    </dgm:pt>
    <dgm:pt modelId="{8239EFD8-EEC8-42E3-925A-10A518E82688}" type="pres">
      <dgm:prSet presAssocID="{B09FFCA2-73FC-4EFB-A700-FCDE15CD4941}" presName="hierRoot1" presStyleCnt="0"/>
      <dgm:spPr/>
    </dgm:pt>
    <dgm:pt modelId="{564C02C7-26C5-4934-B992-665F0278B781}" type="pres">
      <dgm:prSet presAssocID="{B09FFCA2-73FC-4EFB-A700-FCDE15CD4941}" presName="composite" presStyleCnt="0"/>
      <dgm:spPr/>
    </dgm:pt>
    <dgm:pt modelId="{9340D4E6-1EB4-4743-9AE7-78F4AB6B71C2}" type="pres">
      <dgm:prSet presAssocID="{B09FFCA2-73FC-4EFB-A700-FCDE15CD4941}" presName="background" presStyleLbl="node0" presStyleIdx="3" presStyleCnt="4"/>
      <dgm:spPr/>
    </dgm:pt>
    <dgm:pt modelId="{8D3BA2FA-6509-44D5-B7FF-DA09804150F2}" type="pres">
      <dgm:prSet presAssocID="{B09FFCA2-73FC-4EFB-A700-FCDE15CD4941}" presName="text" presStyleLbl="fgAcc0" presStyleIdx="3" presStyleCnt="4">
        <dgm:presLayoutVars>
          <dgm:chPref val="3"/>
        </dgm:presLayoutVars>
      </dgm:prSet>
      <dgm:spPr/>
    </dgm:pt>
    <dgm:pt modelId="{63AFE65C-A7D6-4FED-889E-8DFF671CA75A}" type="pres">
      <dgm:prSet presAssocID="{B09FFCA2-73FC-4EFB-A700-FCDE15CD4941}" presName="hierChild2" presStyleCnt="0"/>
      <dgm:spPr/>
    </dgm:pt>
  </dgm:ptLst>
  <dgm:cxnLst>
    <dgm:cxn modelId="{94482725-4ABA-437F-87E0-6D0657AF182E}" srcId="{0BCC90B9-584D-48F1-9AC8-CDAAC2BCACCC}" destId="{B09FFCA2-73FC-4EFB-A700-FCDE15CD4941}" srcOrd="3" destOrd="0" parTransId="{1744CB46-BD61-4546-B87C-5AD3CFAD76DE}" sibTransId="{D1EFA71E-82F6-4A0E-9064-C5EA773B4E4D}"/>
    <dgm:cxn modelId="{98075874-6E82-4836-81C2-78052F05D2ED}" type="presOf" srcId="{E24D1E52-D322-48FB-A71F-D4A770A54E25}" destId="{DA10C696-63CA-498C-BBA9-5B531B923839}" srcOrd="0" destOrd="0" presId="urn:microsoft.com/office/officeart/2005/8/layout/hierarchy1"/>
    <dgm:cxn modelId="{2C90667F-5F7A-441D-A1FC-21A6E6EE489E}" type="presOf" srcId="{3D08DB11-670B-4EAE-ACB8-69757E3B9944}" destId="{D132AAA0-4B72-495B-86BE-C6F410248ED8}" srcOrd="0" destOrd="0" presId="urn:microsoft.com/office/officeart/2005/8/layout/hierarchy1"/>
    <dgm:cxn modelId="{E4FD579C-CCC3-4E9D-9E60-E1F9EF44AF8C}" srcId="{0BCC90B9-584D-48F1-9AC8-CDAAC2BCACCC}" destId="{DC16D6F1-9C9F-4E5C-B79C-AB5F90A89363}" srcOrd="1" destOrd="0" parTransId="{69ADD699-4699-431B-A89F-FB799D44B24B}" sibTransId="{54B48636-DD8C-4E73-87AB-5B76E0E61A0D}"/>
    <dgm:cxn modelId="{1559FFB8-8782-4316-9480-C984646CA460}" type="presOf" srcId="{0BCC90B9-584D-48F1-9AC8-CDAAC2BCACCC}" destId="{2F19DAA0-F126-421E-8486-70A7EEB18118}" srcOrd="0" destOrd="0" presId="urn:microsoft.com/office/officeart/2005/8/layout/hierarchy1"/>
    <dgm:cxn modelId="{F0E9ADC5-F39F-4B81-876C-682745A7544C}" type="presOf" srcId="{DC16D6F1-9C9F-4E5C-B79C-AB5F90A89363}" destId="{F48E51B9-62CE-4365-A819-3C4F7890F4F3}" srcOrd="0" destOrd="0" presId="urn:microsoft.com/office/officeart/2005/8/layout/hierarchy1"/>
    <dgm:cxn modelId="{5ACC9FD2-A6E0-4126-9D3C-29D81B48D0B8}" srcId="{0BCC90B9-584D-48F1-9AC8-CDAAC2BCACCC}" destId="{3D08DB11-670B-4EAE-ACB8-69757E3B9944}" srcOrd="0" destOrd="0" parTransId="{6128C9B2-393F-49DE-9A9F-160464FF4923}" sibTransId="{C2798CAC-5CA4-4035-92C9-310159A586DD}"/>
    <dgm:cxn modelId="{B14D36E0-2BAA-4D83-9678-9B1636E87089}" type="presOf" srcId="{B09FFCA2-73FC-4EFB-A700-FCDE15CD4941}" destId="{8D3BA2FA-6509-44D5-B7FF-DA09804150F2}" srcOrd="0" destOrd="0" presId="urn:microsoft.com/office/officeart/2005/8/layout/hierarchy1"/>
    <dgm:cxn modelId="{99C2FBE0-EA46-4E7F-8FA9-372D91B1817B}" srcId="{0BCC90B9-584D-48F1-9AC8-CDAAC2BCACCC}" destId="{E24D1E52-D322-48FB-A71F-D4A770A54E25}" srcOrd="2" destOrd="0" parTransId="{4F0C8B42-C0CC-4BBB-8801-5DCF5BE205DB}" sibTransId="{BF3DED9F-4EA9-45E3-B220-6113B24FC63D}"/>
    <dgm:cxn modelId="{A7F26165-EFB2-4666-A85F-24F8CE7EB6F1}" type="presParOf" srcId="{2F19DAA0-F126-421E-8486-70A7EEB18118}" destId="{6C6195FE-E2D7-4693-82D1-674A26A51AC9}" srcOrd="0" destOrd="0" presId="urn:microsoft.com/office/officeart/2005/8/layout/hierarchy1"/>
    <dgm:cxn modelId="{B4DFE8A5-F7CE-46BA-9444-71697C658290}" type="presParOf" srcId="{6C6195FE-E2D7-4693-82D1-674A26A51AC9}" destId="{BB63A228-670B-42D7-91E4-F49CA4A349ED}" srcOrd="0" destOrd="0" presId="urn:microsoft.com/office/officeart/2005/8/layout/hierarchy1"/>
    <dgm:cxn modelId="{09A90437-E7DA-427F-838B-93286A45BDAE}" type="presParOf" srcId="{BB63A228-670B-42D7-91E4-F49CA4A349ED}" destId="{DD979704-813B-46BA-84EB-EBB5BFD91FC5}" srcOrd="0" destOrd="0" presId="urn:microsoft.com/office/officeart/2005/8/layout/hierarchy1"/>
    <dgm:cxn modelId="{D67691BD-6898-492C-A047-2CF23115DE41}" type="presParOf" srcId="{BB63A228-670B-42D7-91E4-F49CA4A349ED}" destId="{D132AAA0-4B72-495B-86BE-C6F410248ED8}" srcOrd="1" destOrd="0" presId="urn:microsoft.com/office/officeart/2005/8/layout/hierarchy1"/>
    <dgm:cxn modelId="{E6A6E662-A044-4F32-B021-BEAFFB5348C4}" type="presParOf" srcId="{6C6195FE-E2D7-4693-82D1-674A26A51AC9}" destId="{9FDC6AD8-4CA0-410C-8E64-5A62B15367ED}" srcOrd="1" destOrd="0" presId="urn:microsoft.com/office/officeart/2005/8/layout/hierarchy1"/>
    <dgm:cxn modelId="{A77BE4D6-8B75-40AA-9877-F0A00F167ADA}" type="presParOf" srcId="{2F19DAA0-F126-421E-8486-70A7EEB18118}" destId="{B86E0086-AFA0-440B-A24D-46CA8B76BB40}" srcOrd="1" destOrd="0" presId="urn:microsoft.com/office/officeart/2005/8/layout/hierarchy1"/>
    <dgm:cxn modelId="{B07E6B76-73E2-4343-B97F-0B830A22A941}" type="presParOf" srcId="{B86E0086-AFA0-440B-A24D-46CA8B76BB40}" destId="{EDDECA66-1381-49FE-87BA-2B690A114A87}" srcOrd="0" destOrd="0" presId="urn:microsoft.com/office/officeart/2005/8/layout/hierarchy1"/>
    <dgm:cxn modelId="{8EABC79A-3B19-4AC2-BCE3-CE2E362B40EB}" type="presParOf" srcId="{EDDECA66-1381-49FE-87BA-2B690A114A87}" destId="{2AC38A5F-E52E-4AB0-95DB-0FBC073EF61D}" srcOrd="0" destOrd="0" presId="urn:microsoft.com/office/officeart/2005/8/layout/hierarchy1"/>
    <dgm:cxn modelId="{554A4A0F-D1D0-4E2C-81D7-B6F13E31DE32}" type="presParOf" srcId="{EDDECA66-1381-49FE-87BA-2B690A114A87}" destId="{F48E51B9-62CE-4365-A819-3C4F7890F4F3}" srcOrd="1" destOrd="0" presId="urn:microsoft.com/office/officeart/2005/8/layout/hierarchy1"/>
    <dgm:cxn modelId="{C9ED74BD-3E44-4A44-BACA-3F5FFA17018D}" type="presParOf" srcId="{B86E0086-AFA0-440B-A24D-46CA8B76BB40}" destId="{60078E4F-0A01-47A5-A32E-0187B9D61C7F}" srcOrd="1" destOrd="0" presId="urn:microsoft.com/office/officeart/2005/8/layout/hierarchy1"/>
    <dgm:cxn modelId="{C3D0065A-0271-4A8D-857E-FB9255FD13E7}" type="presParOf" srcId="{2F19DAA0-F126-421E-8486-70A7EEB18118}" destId="{A46BC297-6641-4658-813F-1277C6BB2DE9}" srcOrd="2" destOrd="0" presId="urn:microsoft.com/office/officeart/2005/8/layout/hierarchy1"/>
    <dgm:cxn modelId="{918ECFB4-F328-4874-B651-067E8ECCF5A1}" type="presParOf" srcId="{A46BC297-6641-4658-813F-1277C6BB2DE9}" destId="{99C3BA0C-D6B5-49D9-953F-47CF1C69A50F}" srcOrd="0" destOrd="0" presId="urn:microsoft.com/office/officeart/2005/8/layout/hierarchy1"/>
    <dgm:cxn modelId="{FDF7ABED-7346-441A-A577-99DEC68EF753}" type="presParOf" srcId="{99C3BA0C-D6B5-49D9-953F-47CF1C69A50F}" destId="{0D6BC289-6E0F-4F1E-930D-8F4FAEF5AC71}" srcOrd="0" destOrd="0" presId="urn:microsoft.com/office/officeart/2005/8/layout/hierarchy1"/>
    <dgm:cxn modelId="{84CEFAF3-1563-40D8-9352-36AA8392D0F6}" type="presParOf" srcId="{99C3BA0C-D6B5-49D9-953F-47CF1C69A50F}" destId="{DA10C696-63CA-498C-BBA9-5B531B923839}" srcOrd="1" destOrd="0" presId="urn:microsoft.com/office/officeart/2005/8/layout/hierarchy1"/>
    <dgm:cxn modelId="{E8C95A63-BBFF-4900-B34C-2E227CAD0CA1}" type="presParOf" srcId="{A46BC297-6641-4658-813F-1277C6BB2DE9}" destId="{590E3506-DFBB-486A-8648-0579A2BCD120}" srcOrd="1" destOrd="0" presId="urn:microsoft.com/office/officeart/2005/8/layout/hierarchy1"/>
    <dgm:cxn modelId="{A8F722ED-181C-4DCF-9599-4AF1EDD1CF26}" type="presParOf" srcId="{2F19DAA0-F126-421E-8486-70A7EEB18118}" destId="{8239EFD8-EEC8-42E3-925A-10A518E82688}" srcOrd="3" destOrd="0" presId="urn:microsoft.com/office/officeart/2005/8/layout/hierarchy1"/>
    <dgm:cxn modelId="{F95E69F2-7A11-4A1B-AF0F-2BCFB432BBD1}" type="presParOf" srcId="{8239EFD8-EEC8-42E3-925A-10A518E82688}" destId="{564C02C7-26C5-4934-B992-665F0278B781}" srcOrd="0" destOrd="0" presId="urn:microsoft.com/office/officeart/2005/8/layout/hierarchy1"/>
    <dgm:cxn modelId="{4BB9F8E3-4390-4F03-8A67-04B6C027E0D9}" type="presParOf" srcId="{564C02C7-26C5-4934-B992-665F0278B781}" destId="{9340D4E6-1EB4-4743-9AE7-78F4AB6B71C2}" srcOrd="0" destOrd="0" presId="urn:microsoft.com/office/officeart/2005/8/layout/hierarchy1"/>
    <dgm:cxn modelId="{443CEA85-7486-4C2D-9E44-D4A95324C7B2}" type="presParOf" srcId="{564C02C7-26C5-4934-B992-665F0278B781}" destId="{8D3BA2FA-6509-44D5-B7FF-DA09804150F2}" srcOrd="1" destOrd="0" presId="urn:microsoft.com/office/officeart/2005/8/layout/hierarchy1"/>
    <dgm:cxn modelId="{C9E65EC5-7632-4FC9-8309-AC929ED9C87E}" type="presParOf" srcId="{8239EFD8-EEC8-42E3-925A-10A518E82688}" destId="{63AFE65C-A7D6-4FED-889E-8DFF671CA75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BCC90B9-584D-48F1-9AC8-CDAAC2BCACC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D08DB11-670B-4EAE-ACB8-69757E3B9944}">
      <dgm:prSet/>
      <dgm:spPr/>
      <dgm:t>
        <a:bodyPr/>
        <a:lstStyle/>
        <a:p>
          <a:r>
            <a:rPr lang="en-US"/>
            <a:t>Microsoft Seeing AI</a:t>
          </a:r>
        </a:p>
      </dgm:t>
    </dgm:pt>
    <dgm:pt modelId="{6128C9B2-393F-49DE-9A9F-160464FF4923}" type="parTrans" cxnId="{5ACC9FD2-A6E0-4126-9D3C-29D81B48D0B8}">
      <dgm:prSet/>
      <dgm:spPr/>
      <dgm:t>
        <a:bodyPr/>
        <a:lstStyle/>
        <a:p>
          <a:endParaRPr lang="en-US"/>
        </a:p>
      </dgm:t>
    </dgm:pt>
    <dgm:pt modelId="{C2798CAC-5CA4-4035-92C9-310159A586DD}" type="sibTrans" cxnId="{5ACC9FD2-A6E0-4126-9D3C-29D81B48D0B8}">
      <dgm:prSet/>
      <dgm:spPr/>
      <dgm:t>
        <a:bodyPr/>
        <a:lstStyle/>
        <a:p>
          <a:endParaRPr lang="en-US"/>
        </a:p>
      </dgm:t>
    </dgm:pt>
    <dgm:pt modelId="{DC16D6F1-9C9F-4E5C-B79C-AB5F90A89363}">
      <dgm:prSet/>
      <dgm:spPr/>
      <dgm:t>
        <a:bodyPr/>
        <a:lstStyle/>
        <a:p>
          <a:r>
            <a:rPr lang="en-US" dirty="0"/>
            <a:t>Google Lookout</a:t>
          </a:r>
        </a:p>
      </dgm:t>
    </dgm:pt>
    <dgm:pt modelId="{69ADD699-4699-431B-A89F-FB799D44B24B}" type="parTrans" cxnId="{E4FD579C-CCC3-4E9D-9E60-E1F9EF44AF8C}">
      <dgm:prSet/>
      <dgm:spPr/>
      <dgm:t>
        <a:bodyPr/>
        <a:lstStyle/>
        <a:p>
          <a:endParaRPr lang="en-US"/>
        </a:p>
      </dgm:t>
    </dgm:pt>
    <dgm:pt modelId="{54B48636-DD8C-4E73-87AB-5B76E0E61A0D}" type="sibTrans" cxnId="{E4FD579C-CCC3-4E9D-9E60-E1F9EF44AF8C}">
      <dgm:prSet/>
      <dgm:spPr/>
      <dgm:t>
        <a:bodyPr/>
        <a:lstStyle/>
        <a:p>
          <a:endParaRPr lang="en-US"/>
        </a:p>
      </dgm:t>
    </dgm:pt>
    <dgm:pt modelId="{E24D1E52-D322-48FB-A71F-D4A770A54E25}">
      <dgm:prSet/>
      <dgm:spPr/>
      <dgm:t>
        <a:bodyPr/>
        <a:lstStyle/>
        <a:p>
          <a:r>
            <a:rPr lang="en-US"/>
            <a:t>Facebook Automatic Alt Text</a:t>
          </a:r>
        </a:p>
      </dgm:t>
    </dgm:pt>
    <dgm:pt modelId="{4F0C8B42-C0CC-4BBB-8801-5DCF5BE205DB}" type="parTrans" cxnId="{99C2FBE0-EA46-4E7F-8FA9-372D91B1817B}">
      <dgm:prSet/>
      <dgm:spPr/>
      <dgm:t>
        <a:bodyPr/>
        <a:lstStyle/>
        <a:p>
          <a:endParaRPr lang="en-US"/>
        </a:p>
      </dgm:t>
    </dgm:pt>
    <dgm:pt modelId="{BF3DED9F-4EA9-45E3-B220-6113B24FC63D}" type="sibTrans" cxnId="{99C2FBE0-EA46-4E7F-8FA9-372D91B1817B}">
      <dgm:prSet/>
      <dgm:spPr/>
      <dgm:t>
        <a:bodyPr/>
        <a:lstStyle/>
        <a:p>
          <a:endParaRPr lang="en-US"/>
        </a:p>
      </dgm:t>
    </dgm:pt>
    <dgm:pt modelId="{B09FFCA2-73FC-4EFB-A700-FCDE15CD4941}">
      <dgm:prSet/>
      <dgm:spPr/>
      <dgm:t>
        <a:bodyPr/>
        <a:lstStyle/>
        <a:p>
          <a:r>
            <a:rPr lang="en-US"/>
            <a:t>Show and Tell </a:t>
          </a:r>
        </a:p>
      </dgm:t>
    </dgm:pt>
    <dgm:pt modelId="{1744CB46-BD61-4546-B87C-5AD3CFAD76DE}" type="parTrans" cxnId="{94482725-4ABA-437F-87E0-6D0657AF182E}">
      <dgm:prSet/>
      <dgm:spPr/>
      <dgm:t>
        <a:bodyPr/>
        <a:lstStyle/>
        <a:p>
          <a:endParaRPr lang="en-US"/>
        </a:p>
      </dgm:t>
    </dgm:pt>
    <dgm:pt modelId="{D1EFA71E-82F6-4A0E-9064-C5EA773B4E4D}" type="sibTrans" cxnId="{94482725-4ABA-437F-87E0-6D0657AF182E}">
      <dgm:prSet/>
      <dgm:spPr/>
      <dgm:t>
        <a:bodyPr/>
        <a:lstStyle/>
        <a:p>
          <a:endParaRPr lang="en-US"/>
        </a:p>
      </dgm:t>
    </dgm:pt>
    <dgm:pt modelId="{2F19DAA0-F126-421E-8486-70A7EEB18118}" type="pres">
      <dgm:prSet presAssocID="{0BCC90B9-584D-48F1-9AC8-CDAAC2BCACC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C6195FE-E2D7-4693-82D1-674A26A51AC9}" type="pres">
      <dgm:prSet presAssocID="{3D08DB11-670B-4EAE-ACB8-69757E3B9944}" presName="hierRoot1" presStyleCnt="0"/>
      <dgm:spPr/>
    </dgm:pt>
    <dgm:pt modelId="{BB63A228-670B-42D7-91E4-F49CA4A349ED}" type="pres">
      <dgm:prSet presAssocID="{3D08DB11-670B-4EAE-ACB8-69757E3B9944}" presName="composite" presStyleCnt="0"/>
      <dgm:spPr/>
    </dgm:pt>
    <dgm:pt modelId="{DD979704-813B-46BA-84EB-EBB5BFD91FC5}" type="pres">
      <dgm:prSet presAssocID="{3D08DB11-670B-4EAE-ACB8-69757E3B9944}" presName="background" presStyleLbl="node0" presStyleIdx="0" presStyleCnt="4"/>
      <dgm:spPr/>
    </dgm:pt>
    <dgm:pt modelId="{D132AAA0-4B72-495B-86BE-C6F410248ED8}" type="pres">
      <dgm:prSet presAssocID="{3D08DB11-670B-4EAE-ACB8-69757E3B9944}" presName="text" presStyleLbl="fgAcc0" presStyleIdx="0" presStyleCnt="4">
        <dgm:presLayoutVars>
          <dgm:chPref val="3"/>
        </dgm:presLayoutVars>
      </dgm:prSet>
      <dgm:spPr/>
    </dgm:pt>
    <dgm:pt modelId="{9FDC6AD8-4CA0-410C-8E64-5A62B15367ED}" type="pres">
      <dgm:prSet presAssocID="{3D08DB11-670B-4EAE-ACB8-69757E3B9944}" presName="hierChild2" presStyleCnt="0"/>
      <dgm:spPr/>
    </dgm:pt>
    <dgm:pt modelId="{B86E0086-AFA0-440B-A24D-46CA8B76BB40}" type="pres">
      <dgm:prSet presAssocID="{DC16D6F1-9C9F-4E5C-B79C-AB5F90A89363}" presName="hierRoot1" presStyleCnt="0"/>
      <dgm:spPr/>
    </dgm:pt>
    <dgm:pt modelId="{EDDECA66-1381-49FE-87BA-2B690A114A87}" type="pres">
      <dgm:prSet presAssocID="{DC16D6F1-9C9F-4E5C-B79C-AB5F90A89363}" presName="composite" presStyleCnt="0"/>
      <dgm:spPr/>
    </dgm:pt>
    <dgm:pt modelId="{2AC38A5F-E52E-4AB0-95DB-0FBC073EF61D}" type="pres">
      <dgm:prSet presAssocID="{DC16D6F1-9C9F-4E5C-B79C-AB5F90A89363}" presName="background" presStyleLbl="node0" presStyleIdx="1" presStyleCnt="4"/>
      <dgm:spPr/>
    </dgm:pt>
    <dgm:pt modelId="{F48E51B9-62CE-4365-A819-3C4F7890F4F3}" type="pres">
      <dgm:prSet presAssocID="{DC16D6F1-9C9F-4E5C-B79C-AB5F90A89363}" presName="text" presStyleLbl="fgAcc0" presStyleIdx="1" presStyleCnt="4">
        <dgm:presLayoutVars>
          <dgm:chPref val="3"/>
        </dgm:presLayoutVars>
      </dgm:prSet>
      <dgm:spPr/>
    </dgm:pt>
    <dgm:pt modelId="{60078E4F-0A01-47A5-A32E-0187B9D61C7F}" type="pres">
      <dgm:prSet presAssocID="{DC16D6F1-9C9F-4E5C-B79C-AB5F90A89363}" presName="hierChild2" presStyleCnt="0"/>
      <dgm:spPr/>
    </dgm:pt>
    <dgm:pt modelId="{A46BC297-6641-4658-813F-1277C6BB2DE9}" type="pres">
      <dgm:prSet presAssocID="{E24D1E52-D322-48FB-A71F-D4A770A54E25}" presName="hierRoot1" presStyleCnt="0"/>
      <dgm:spPr/>
    </dgm:pt>
    <dgm:pt modelId="{99C3BA0C-D6B5-49D9-953F-47CF1C69A50F}" type="pres">
      <dgm:prSet presAssocID="{E24D1E52-D322-48FB-A71F-D4A770A54E25}" presName="composite" presStyleCnt="0"/>
      <dgm:spPr/>
    </dgm:pt>
    <dgm:pt modelId="{0D6BC289-6E0F-4F1E-930D-8F4FAEF5AC71}" type="pres">
      <dgm:prSet presAssocID="{E24D1E52-D322-48FB-A71F-D4A770A54E25}" presName="background" presStyleLbl="node0" presStyleIdx="2" presStyleCnt="4"/>
      <dgm:spPr/>
    </dgm:pt>
    <dgm:pt modelId="{DA10C696-63CA-498C-BBA9-5B531B923839}" type="pres">
      <dgm:prSet presAssocID="{E24D1E52-D322-48FB-A71F-D4A770A54E25}" presName="text" presStyleLbl="fgAcc0" presStyleIdx="2" presStyleCnt="4">
        <dgm:presLayoutVars>
          <dgm:chPref val="3"/>
        </dgm:presLayoutVars>
      </dgm:prSet>
      <dgm:spPr/>
    </dgm:pt>
    <dgm:pt modelId="{590E3506-DFBB-486A-8648-0579A2BCD120}" type="pres">
      <dgm:prSet presAssocID="{E24D1E52-D322-48FB-A71F-D4A770A54E25}" presName="hierChild2" presStyleCnt="0"/>
      <dgm:spPr/>
    </dgm:pt>
    <dgm:pt modelId="{8239EFD8-EEC8-42E3-925A-10A518E82688}" type="pres">
      <dgm:prSet presAssocID="{B09FFCA2-73FC-4EFB-A700-FCDE15CD4941}" presName="hierRoot1" presStyleCnt="0"/>
      <dgm:spPr/>
    </dgm:pt>
    <dgm:pt modelId="{564C02C7-26C5-4934-B992-665F0278B781}" type="pres">
      <dgm:prSet presAssocID="{B09FFCA2-73FC-4EFB-A700-FCDE15CD4941}" presName="composite" presStyleCnt="0"/>
      <dgm:spPr/>
    </dgm:pt>
    <dgm:pt modelId="{9340D4E6-1EB4-4743-9AE7-78F4AB6B71C2}" type="pres">
      <dgm:prSet presAssocID="{B09FFCA2-73FC-4EFB-A700-FCDE15CD4941}" presName="background" presStyleLbl="node0" presStyleIdx="3" presStyleCnt="4"/>
      <dgm:spPr/>
    </dgm:pt>
    <dgm:pt modelId="{8D3BA2FA-6509-44D5-B7FF-DA09804150F2}" type="pres">
      <dgm:prSet presAssocID="{B09FFCA2-73FC-4EFB-A700-FCDE15CD4941}" presName="text" presStyleLbl="fgAcc0" presStyleIdx="3" presStyleCnt="4">
        <dgm:presLayoutVars>
          <dgm:chPref val="3"/>
        </dgm:presLayoutVars>
      </dgm:prSet>
      <dgm:spPr/>
    </dgm:pt>
    <dgm:pt modelId="{63AFE65C-A7D6-4FED-889E-8DFF671CA75A}" type="pres">
      <dgm:prSet presAssocID="{B09FFCA2-73FC-4EFB-A700-FCDE15CD4941}" presName="hierChild2" presStyleCnt="0"/>
      <dgm:spPr/>
    </dgm:pt>
  </dgm:ptLst>
  <dgm:cxnLst>
    <dgm:cxn modelId="{94482725-4ABA-437F-87E0-6D0657AF182E}" srcId="{0BCC90B9-584D-48F1-9AC8-CDAAC2BCACCC}" destId="{B09FFCA2-73FC-4EFB-A700-FCDE15CD4941}" srcOrd="3" destOrd="0" parTransId="{1744CB46-BD61-4546-B87C-5AD3CFAD76DE}" sibTransId="{D1EFA71E-82F6-4A0E-9064-C5EA773B4E4D}"/>
    <dgm:cxn modelId="{98075874-6E82-4836-81C2-78052F05D2ED}" type="presOf" srcId="{E24D1E52-D322-48FB-A71F-D4A770A54E25}" destId="{DA10C696-63CA-498C-BBA9-5B531B923839}" srcOrd="0" destOrd="0" presId="urn:microsoft.com/office/officeart/2005/8/layout/hierarchy1"/>
    <dgm:cxn modelId="{2C90667F-5F7A-441D-A1FC-21A6E6EE489E}" type="presOf" srcId="{3D08DB11-670B-4EAE-ACB8-69757E3B9944}" destId="{D132AAA0-4B72-495B-86BE-C6F410248ED8}" srcOrd="0" destOrd="0" presId="urn:microsoft.com/office/officeart/2005/8/layout/hierarchy1"/>
    <dgm:cxn modelId="{E4FD579C-CCC3-4E9D-9E60-E1F9EF44AF8C}" srcId="{0BCC90B9-584D-48F1-9AC8-CDAAC2BCACCC}" destId="{DC16D6F1-9C9F-4E5C-B79C-AB5F90A89363}" srcOrd="1" destOrd="0" parTransId="{69ADD699-4699-431B-A89F-FB799D44B24B}" sibTransId="{54B48636-DD8C-4E73-87AB-5B76E0E61A0D}"/>
    <dgm:cxn modelId="{1559FFB8-8782-4316-9480-C984646CA460}" type="presOf" srcId="{0BCC90B9-584D-48F1-9AC8-CDAAC2BCACCC}" destId="{2F19DAA0-F126-421E-8486-70A7EEB18118}" srcOrd="0" destOrd="0" presId="urn:microsoft.com/office/officeart/2005/8/layout/hierarchy1"/>
    <dgm:cxn modelId="{F0E9ADC5-F39F-4B81-876C-682745A7544C}" type="presOf" srcId="{DC16D6F1-9C9F-4E5C-B79C-AB5F90A89363}" destId="{F48E51B9-62CE-4365-A819-3C4F7890F4F3}" srcOrd="0" destOrd="0" presId="urn:microsoft.com/office/officeart/2005/8/layout/hierarchy1"/>
    <dgm:cxn modelId="{5ACC9FD2-A6E0-4126-9D3C-29D81B48D0B8}" srcId="{0BCC90B9-584D-48F1-9AC8-CDAAC2BCACCC}" destId="{3D08DB11-670B-4EAE-ACB8-69757E3B9944}" srcOrd="0" destOrd="0" parTransId="{6128C9B2-393F-49DE-9A9F-160464FF4923}" sibTransId="{C2798CAC-5CA4-4035-92C9-310159A586DD}"/>
    <dgm:cxn modelId="{B14D36E0-2BAA-4D83-9678-9B1636E87089}" type="presOf" srcId="{B09FFCA2-73FC-4EFB-A700-FCDE15CD4941}" destId="{8D3BA2FA-6509-44D5-B7FF-DA09804150F2}" srcOrd="0" destOrd="0" presId="urn:microsoft.com/office/officeart/2005/8/layout/hierarchy1"/>
    <dgm:cxn modelId="{99C2FBE0-EA46-4E7F-8FA9-372D91B1817B}" srcId="{0BCC90B9-584D-48F1-9AC8-CDAAC2BCACCC}" destId="{E24D1E52-D322-48FB-A71F-D4A770A54E25}" srcOrd="2" destOrd="0" parTransId="{4F0C8B42-C0CC-4BBB-8801-5DCF5BE205DB}" sibTransId="{BF3DED9F-4EA9-45E3-B220-6113B24FC63D}"/>
    <dgm:cxn modelId="{A7F26165-EFB2-4666-A85F-24F8CE7EB6F1}" type="presParOf" srcId="{2F19DAA0-F126-421E-8486-70A7EEB18118}" destId="{6C6195FE-E2D7-4693-82D1-674A26A51AC9}" srcOrd="0" destOrd="0" presId="urn:microsoft.com/office/officeart/2005/8/layout/hierarchy1"/>
    <dgm:cxn modelId="{B4DFE8A5-F7CE-46BA-9444-71697C658290}" type="presParOf" srcId="{6C6195FE-E2D7-4693-82D1-674A26A51AC9}" destId="{BB63A228-670B-42D7-91E4-F49CA4A349ED}" srcOrd="0" destOrd="0" presId="urn:microsoft.com/office/officeart/2005/8/layout/hierarchy1"/>
    <dgm:cxn modelId="{09A90437-E7DA-427F-838B-93286A45BDAE}" type="presParOf" srcId="{BB63A228-670B-42D7-91E4-F49CA4A349ED}" destId="{DD979704-813B-46BA-84EB-EBB5BFD91FC5}" srcOrd="0" destOrd="0" presId="urn:microsoft.com/office/officeart/2005/8/layout/hierarchy1"/>
    <dgm:cxn modelId="{D67691BD-6898-492C-A047-2CF23115DE41}" type="presParOf" srcId="{BB63A228-670B-42D7-91E4-F49CA4A349ED}" destId="{D132AAA0-4B72-495B-86BE-C6F410248ED8}" srcOrd="1" destOrd="0" presId="urn:microsoft.com/office/officeart/2005/8/layout/hierarchy1"/>
    <dgm:cxn modelId="{E6A6E662-A044-4F32-B021-BEAFFB5348C4}" type="presParOf" srcId="{6C6195FE-E2D7-4693-82D1-674A26A51AC9}" destId="{9FDC6AD8-4CA0-410C-8E64-5A62B15367ED}" srcOrd="1" destOrd="0" presId="urn:microsoft.com/office/officeart/2005/8/layout/hierarchy1"/>
    <dgm:cxn modelId="{A77BE4D6-8B75-40AA-9877-F0A00F167ADA}" type="presParOf" srcId="{2F19DAA0-F126-421E-8486-70A7EEB18118}" destId="{B86E0086-AFA0-440B-A24D-46CA8B76BB40}" srcOrd="1" destOrd="0" presId="urn:microsoft.com/office/officeart/2005/8/layout/hierarchy1"/>
    <dgm:cxn modelId="{B07E6B76-73E2-4343-B97F-0B830A22A941}" type="presParOf" srcId="{B86E0086-AFA0-440B-A24D-46CA8B76BB40}" destId="{EDDECA66-1381-49FE-87BA-2B690A114A87}" srcOrd="0" destOrd="0" presId="urn:microsoft.com/office/officeart/2005/8/layout/hierarchy1"/>
    <dgm:cxn modelId="{8EABC79A-3B19-4AC2-BCE3-CE2E362B40EB}" type="presParOf" srcId="{EDDECA66-1381-49FE-87BA-2B690A114A87}" destId="{2AC38A5F-E52E-4AB0-95DB-0FBC073EF61D}" srcOrd="0" destOrd="0" presId="urn:microsoft.com/office/officeart/2005/8/layout/hierarchy1"/>
    <dgm:cxn modelId="{554A4A0F-D1D0-4E2C-81D7-B6F13E31DE32}" type="presParOf" srcId="{EDDECA66-1381-49FE-87BA-2B690A114A87}" destId="{F48E51B9-62CE-4365-A819-3C4F7890F4F3}" srcOrd="1" destOrd="0" presId="urn:microsoft.com/office/officeart/2005/8/layout/hierarchy1"/>
    <dgm:cxn modelId="{C9ED74BD-3E44-4A44-BACA-3F5FFA17018D}" type="presParOf" srcId="{B86E0086-AFA0-440B-A24D-46CA8B76BB40}" destId="{60078E4F-0A01-47A5-A32E-0187B9D61C7F}" srcOrd="1" destOrd="0" presId="urn:microsoft.com/office/officeart/2005/8/layout/hierarchy1"/>
    <dgm:cxn modelId="{C3D0065A-0271-4A8D-857E-FB9255FD13E7}" type="presParOf" srcId="{2F19DAA0-F126-421E-8486-70A7EEB18118}" destId="{A46BC297-6641-4658-813F-1277C6BB2DE9}" srcOrd="2" destOrd="0" presId="urn:microsoft.com/office/officeart/2005/8/layout/hierarchy1"/>
    <dgm:cxn modelId="{918ECFB4-F328-4874-B651-067E8ECCF5A1}" type="presParOf" srcId="{A46BC297-6641-4658-813F-1277C6BB2DE9}" destId="{99C3BA0C-D6B5-49D9-953F-47CF1C69A50F}" srcOrd="0" destOrd="0" presId="urn:microsoft.com/office/officeart/2005/8/layout/hierarchy1"/>
    <dgm:cxn modelId="{FDF7ABED-7346-441A-A577-99DEC68EF753}" type="presParOf" srcId="{99C3BA0C-D6B5-49D9-953F-47CF1C69A50F}" destId="{0D6BC289-6E0F-4F1E-930D-8F4FAEF5AC71}" srcOrd="0" destOrd="0" presId="urn:microsoft.com/office/officeart/2005/8/layout/hierarchy1"/>
    <dgm:cxn modelId="{84CEFAF3-1563-40D8-9352-36AA8392D0F6}" type="presParOf" srcId="{99C3BA0C-D6B5-49D9-953F-47CF1C69A50F}" destId="{DA10C696-63CA-498C-BBA9-5B531B923839}" srcOrd="1" destOrd="0" presId="urn:microsoft.com/office/officeart/2005/8/layout/hierarchy1"/>
    <dgm:cxn modelId="{E8C95A63-BBFF-4900-B34C-2E227CAD0CA1}" type="presParOf" srcId="{A46BC297-6641-4658-813F-1277C6BB2DE9}" destId="{590E3506-DFBB-486A-8648-0579A2BCD120}" srcOrd="1" destOrd="0" presId="urn:microsoft.com/office/officeart/2005/8/layout/hierarchy1"/>
    <dgm:cxn modelId="{A8F722ED-181C-4DCF-9599-4AF1EDD1CF26}" type="presParOf" srcId="{2F19DAA0-F126-421E-8486-70A7EEB18118}" destId="{8239EFD8-EEC8-42E3-925A-10A518E82688}" srcOrd="3" destOrd="0" presId="urn:microsoft.com/office/officeart/2005/8/layout/hierarchy1"/>
    <dgm:cxn modelId="{F95E69F2-7A11-4A1B-AF0F-2BCFB432BBD1}" type="presParOf" srcId="{8239EFD8-EEC8-42E3-925A-10A518E82688}" destId="{564C02C7-26C5-4934-B992-665F0278B781}" srcOrd="0" destOrd="0" presId="urn:microsoft.com/office/officeart/2005/8/layout/hierarchy1"/>
    <dgm:cxn modelId="{4BB9F8E3-4390-4F03-8A67-04B6C027E0D9}" type="presParOf" srcId="{564C02C7-26C5-4934-B992-665F0278B781}" destId="{9340D4E6-1EB4-4743-9AE7-78F4AB6B71C2}" srcOrd="0" destOrd="0" presId="urn:microsoft.com/office/officeart/2005/8/layout/hierarchy1"/>
    <dgm:cxn modelId="{443CEA85-7486-4C2D-9E44-D4A95324C7B2}" type="presParOf" srcId="{564C02C7-26C5-4934-B992-665F0278B781}" destId="{8D3BA2FA-6509-44D5-B7FF-DA09804150F2}" srcOrd="1" destOrd="0" presId="urn:microsoft.com/office/officeart/2005/8/layout/hierarchy1"/>
    <dgm:cxn modelId="{C9E65EC5-7632-4FC9-8309-AC929ED9C87E}" type="presParOf" srcId="{8239EFD8-EEC8-42E3-925A-10A518E82688}" destId="{63AFE65C-A7D6-4FED-889E-8DFF671CA75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2251A0-EC44-430D-914E-790475194056}">
      <dsp:nvSpPr>
        <dsp:cNvPr id="0" name=""/>
        <dsp:cNvSpPr/>
      </dsp:nvSpPr>
      <dsp:spPr>
        <a:xfrm>
          <a:off x="84397" y="20162"/>
          <a:ext cx="1269882" cy="126988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7F3993-4F66-46F0-8D9F-DA90C8BCA73A}">
      <dsp:nvSpPr>
        <dsp:cNvPr id="0" name=""/>
        <dsp:cNvSpPr/>
      </dsp:nvSpPr>
      <dsp:spPr>
        <a:xfrm>
          <a:off x="351073" y="286838"/>
          <a:ext cx="736531" cy="7365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A7488E-6E66-491C-8D6A-DEA7D556E0DD}">
      <dsp:nvSpPr>
        <dsp:cNvPr id="0" name=""/>
        <dsp:cNvSpPr/>
      </dsp:nvSpPr>
      <dsp:spPr>
        <a:xfrm>
          <a:off x="1626398" y="20162"/>
          <a:ext cx="2993294" cy="1269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develop a deep learning model that can automatically generate descriptive natural language captions for a given image</a:t>
          </a:r>
        </a:p>
      </dsp:txBody>
      <dsp:txXfrm>
        <a:off x="1626398" y="20162"/>
        <a:ext cx="2993294" cy="1269882"/>
      </dsp:txXfrm>
    </dsp:sp>
    <dsp:sp modelId="{FA5A0678-D1CE-40EA-AEC5-E70C33141DD2}">
      <dsp:nvSpPr>
        <dsp:cNvPr id="0" name=""/>
        <dsp:cNvSpPr/>
      </dsp:nvSpPr>
      <dsp:spPr>
        <a:xfrm>
          <a:off x="5141251" y="20162"/>
          <a:ext cx="1269882" cy="126988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9E6B7F-F10E-45DE-8984-BAA22663FC2F}">
      <dsp:nvSpPr>
        <dsp:cNvPr id="0" name=""/>
        <dsp:cNvSpPr/>
      </dsp:nvSpPr>
      <dsp:spPr>
        <a:xfrm>
          <a:off x="5407927" y="286838"/>
          <a:ext cx="736531" cy="7365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4869A-E203-42BD-B7FB-F162F02303BD}">
      <dsp:nvSpPr>
        <dsp:cNvPr id="0" name=""/>
        <dsp:cNvSpPr/>
      </dsp:nvSpPr>
      <dsp:spPr>
        <a:xfrm>
          <a:off x="6683252" y="20162"/>
          <a:ext cx="2993294" cy="1269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give more accurate and detailed captions</a:t>
          </a:r>
        </a:p>
      </dsp:txBody>
      <dsp:txXfrm>
        <a:off x="6683252" y="20162"/>
        <a:ext cx="2993294" cy="1269882"/>
      </dsp:txXfrm>
    </dsp:sp>
    <dsp:sp modelId="{E880A1D5-800A-4824-9859-162EFCA6C475}">
      <dsp:nvSpPr>
        <dsp:cNvPr id="0" name=""/>
        <dsp:cNvSpPr/>
      </dsp:nvSpPr>
      <dsp:spPr>
        <a:xfrm>
          <a:off x="84397" y="1818497"/>
          <a:ext cx="1269882" cy="126988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2DD4F1-3DFB-488B-9B0C-35BEB60DDE3C}">
      <dsp:nvSpPr>
        <dsp:cNvPr id="0" name=""/>
        <dsp:cNvSpPr/>
      </dsp:nvSpPr>
      <dsp:spPr>
        <a:xfrm>
          <a:off x="351073" y="2085173"/>
          <a:ext cx="736531" cy="7365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D521EB-2047-46C7-8CCD-B00C0CE6EBD9}">
      <dsp:nvSpPr>
        <dsp:cNvPr id="0" name=""/>
        <dsp:cNvSpPr/>
      </dsp:nvSpPr>
      <dsp:spPr>
        <a:xfrm>
          <a:off x="1626398" y="1818497"/>
          <a:ext cx="2993294" cy="1269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make it more accessible, and to do it automatically.</a:t>
          </a:r>
        </a:p>
      </dsp:txBody>
      <dsp:txXfrm>
        <a:off x="1626398" y="1818497"/>
        <a:ext cx="2993294" cy="1269882"/>
      </dsp:txXfrm>
    </dsp:sp>
    <dsp:sp modelId="{F512E98A-D64F-4A02-A009-501036850820}">
      <dsp:nvSpPr>
        <dsp:cNvPr id="0" name=""/>
        <dsp:cNvSpPr/>
      </dsp:nvSpPr>
      <dsp:spPr>
        <a:xfrm>
          <a:off x="5141251" y="1818497"/>
          <a:ext cx="1269882" cy="126988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018D75-0C8E-44DE-86ED-42A546E75811}">
      <dsp:nvSpPr>
        <dsp:cNvPr id="0" name=""/>
        <dsp:cNvSpPr/>
      </dsp:nvSpPr>
      <dsp:spPr>
        <a:xfrm>
          <a:off x="5407927" y="2085173"/>
          <a:ext cx="736531" cy="7365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A83B0-99CB-4417-A395-034CD98CA4FA}">
      <dsp:nvSpPr>
        <dsp:cNvPr id="0" name=""/>
        <dsp:cNvSpPr/>
      </dsp:nvSpPr>
      <dsp:spPr>
        <a:xfrm>
          <a:off x="6683252" y="1818497"/>
          <a:ext cx="2993294" cy="1269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Domain-specific captioning</a:t>
          </a:r>
        </a:p>
      </dsp:txBody>
      <dsp:txXfrm>
        <a:off x="6683252" y="1818497"/>
        <a:ext cx="2993294" cy="12698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2251A0-EC44-430D-914E-790475194056}">
      <dsp:nvSpPr>
        <dsp:cNvPr id="0" name=""/>
        <dsp:cNvSpPr/>
      </dsp:nvSpPr>
      <dsp:spPr>
        <a:xfrm>
          <a:off x="84397" y="20162"/>
          <a:ext cx="1269882" cy="126988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7F3993-4F66-46F0-8D9F-DA90C8BCA73A}">
      <dsp:nvSpPr>
        <dsp:cNvPr id="0" name=""/>
        <dsp:cNvSpPr/>
      </dsp:nvSpPr>
      <dsp:spPr>
        <a:xfrm>
          <a:off x="351073" y="286838"/>
          <a:ext cx="736531" cy="7365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A7488E-6E66-491C-8D6A-DEA7D556E0DD}">
      <dsp:nvSpPr>
        <dsp:cNvPr id="0" name=""/>
        <dsp:cNvSpPr/>
      </dsp:nvSpPr>
      <dsp:spPr>
        <a:xfrm>
          <a:off x="1626398" y="20162"/>
          <a:ext cx="2993294" cy="1269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develop a deep learning model that can automatically generate descriptive natural language captions for a given image</a:t>
          </a:r>
        </a:p>
      </dsp:txBody>
      <dsp:txXfrm>
        <a:off x="1626398" y="20162"/>
        <a:ext cx="2993294" cy="1269882"/>
      </dsp:txXfrm>
    </dsp:sp>
    <dsp:sp modelId="{FA5A0678-D1CE-40EA-AEC5-E70C33141DD2}">
      <dsp:nvSpPr>
        <dsp:cNvPr id="0" name=""/>
        <dsp:cNvSpPr/>
      </dsp:nvSpPr>
      <dsp:spPr>
        <a:xfrm>
          <a:off x="5141251" y="20162"/>
          <a:ext cx="1269882" cy="126988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9E6B7F-F10E-45DE-8984-BAA22663FC2F}">
      <dsp:nvSpPr>
        <dsp:cNvPr id="0" name=""/>
        <dsp:cNvSpPr/>
      </dsp:nvSpPr>
      <dsp:spPr>
        <a:xfrm>
          <a:off x="5407927" y="286838"/>
          <a:ext cx="736531" cy="7365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4869A-E203-42BD-B7FB-F162F02303BD}">
      <dsp:nvSpPr>
        <dsp:cNvPr id="0" name=""/>
        <dsp:cNvSpPr/>
      </dsp:nvSpPr>
      <dsp:spPr>
        <a:xfrm>
          <a:off x="6683252" y="20162"/>
          <a:ext cx="2993294" cy="1269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give more accurate and detailed captions</a:t>
          </a:r>
        </a:p>
      </dsp:txBody>
      <dsp:txXfrm>
        <a:off x="6683252" y="20162"/>
        <a:ext cx="2993294" cy="1269882"/>
      </dsp:txXfrm>
    </dsp:sp>
    <dsp:sp modelId="{E880A1D5-800A-4824-9859-162EFCA6C475}">
      <dsp:nvSpPr>
        <dsp:cNvPr id="0" name=""/>
        <dsp:cNvSpPr/>
      </dsp:nvSpPr>
      <dsp:spPr>
        <a:xfrm>
          <a:off x="84397" y="1818497"/>
          <a:ext cx="1269882" cy="126988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2DD4F1-3DFB-488B-9B0C-35BEB60DDE3C}">
      <dsp:nvSpPr>
        <dsp:cNvPr id="0" name=""/>
        <dsp:cNvSpPr/>
      </dsp:nvSpPr>
      <dsp:spPr>
        <a:xfrm>
          <a:off x="351073" y="2085173"/>
          <a:ext cx="736531" cy="7365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D521EB-2047-46C7-8CCD-B00C0CE6EBD9}">
      <dsp:nvSpPr>
        <dsp:cNvPr id="0" name=""/>
        <dsp:cNvSpPr/>
      </dsp:nvSpPr>
      <dsp:spPr>
        <a:xfrm>
          <a:off x="1626398" y="1818497"/>
          <a:ext cx="2993294" cy="1269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make it more accessible, and to do it automatically.</a:t>
          </a:r>
        </a:p>
      </dsp:txBody>
      <dsp:txXfrm>
        <a:off x="1626398" y="1818497"/>
        <a:ext cx="2993294" cy="1269882"/>
      </dsp:txXfrm>
    </dsp:sp>
    <dsp:sp modelId="{F512E98A-D64F-4A02-A009-501036850820}">
      <dsp:nvSpPr>
        <dsp:cNvPr id="0" name=""/>
        <dsp:cNvSpPr/>
      </dsp:nvSpPr>
      <dsp:spPr>
        <a:xfrm>
          <a:off x="5141251" y="1818497"/>
          <a:ext cx="1269882" cy="126988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018D75-0C8E-44DE-86ED-42A546E75811}">
      <dsp:nvSpPr>
        <dsp:cNvPr id="0" name=""/>
        <dsp:cNvSpPr/>
      </dsp:nvSpPr>
      <dsp:spPr>
        <a:xfrm>
          <a:off x="5407927" y="2085173"/>
          <a:ext cx="736531" cy="7365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A83B0-99CB-4417-A395-034CD98CA4FA}">
      <dsp:nvSpPr>
        <dsp:cNvPr id="0" name=""/>
        <dsp:cNvSpPr/>
      </dsp:nvSpPr>
      <dsp:spPr>
        <a:xfrm>
          <a:off x="6683252" y="1818497"/>
          <a:ext cx="2993294" cy="1269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Domain-specific captioning</a:t>
          </a:r>
        </a:p>
      </dsp:txBody>
      <dsp:txXfrm>
        <a:off x="6683252" y="1818497"/>
        <a:ext cx="2993294" cy="12698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979704-813B-46BA-84EB-EBB5BFD91FC5}">
      <dsp:nvSpPr>
        <dsp:cNvPr id="0" name=""/>
        <dsp:cNvSpPr/>
      </dsp:nvSpPr>
      <dsp:spPr>
        <a:xfrm>
          <a:off x="2859" y="151911"/>
          <a:ext cx="2041791" cy="12965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32AAA0-4B72-495B-86BE-C6F410248ED8}">
      <dsp:nvSpPr>
        <dsp:cNvPr id="0" name=""/>
        <dsp:cNvSpPr/>
      </dsp:nvSpPr>
      <dsp:spPr>
        <a:xfrm>
          <a:off x="229725" y="367433"/>
          <a:ext cx="2041791" cy="12965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Microsoft Seeing AI</a:t>
          </a:r>
        </a:p>
      </dsp:txBody>
      <dsp:txXfrm>
        <a:off x="267699" y="405407"/>
        <a:ext cx="1965843" cy="1220589"/>
      </dsp:txXfrm>
    </dsp:sp>
    <dsp:sp modelId="{2AC38A5F-E52E-4AB0-95DB-0FBC073EF61D}">
      <dsp:nvSpPr>
        <dsp:cNvPr id="0" name=""/>
        <dsp:cNvSpPr/>
      </dsp:nvSpPr>
      <dsp:spPr>
        <a:xfrm>
          <a:off x="2498382" y="151911"/>
          <a:ext cx="2041791" cy="12965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8E51B9-62CE-4365-A819-3C4F7890F4F3}">
      <dsp:nvSpPr>
        <dsp:cNvPr id="0" name=""/>
        <dsp:cNvSpPr/>
      </dsp:nvSpPr>
      <dsp:spPr>
        <a:xfrm>
          <a:off x="2725248" y="367433"/>
          <a:ext cx="2041791" cy="12965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Google Lookout</a:t>
          </a:r>
        </a:p>
      </dsp:txBody>
      <dsp:txXfrm>
        <a:off x="2763222" y="405407"/>
        <a:ext cx="1965843" cy="1220589"/>
      </dsp:txXfrm>
    </dsp:sp>
    <dsp:sp modelId="{0D6BC289-6E0F-4F1E-930D-8F4FAEF5AC71}">
      <dsp:nvSpPr>
        <dsp:cNvPr id="0" name=""/>
        <dsp:cNvSpPr/>
      </dsp:nvSpPr>
      <dsp:spPr>
        <a:xfrm>
          <a:off x="4993905" y="151911"/>
          <a:ext cx="2041791" cy="12965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10C696-63CA-498C-BBA9-5B531B923839}">
      <dsp:nvSpPr>
        <dsp:cNvPr id="0" name=""/>
        <dsp:cNvSpPr/>
      </dsp:nvSpPr>
      <dsp:spPr>
        <a:xfrm>
          <a:off x="5220771" y="367433"/>
          <a:ext cx="2041791" cy="12965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Facebook Automatic Alt Text</a:t>
          </a:r>
        </a:p>
      </dsp:txBody>
      <dsp:txXfrm>
        <a:off x="5258745" y="405407"/>
        <a:ext cx="1965843" cy="1220589"/>
      </dsp:txXfrm>
    </dsp:sp>
    <dsp:sp modelId="{9340D4E6-1EB4-4743-9AE7-78F4AB6B71C2}">
      <dsp:nvSpPr>
        <dsp:cNvPr id="0" name=""/>
        <dsp:cNvSpPr/>
      </dsp:nvSpPr>
      <dsp:spPr>
        <a:xfrm>
          <a:off x="7489428" y="151911"/>
          <a:ext cx="2041791" cy="12965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3BA2FA-6509-44D5-B7FF-DA09804150F2}">
      <dsp:nvSpPr>
        <dsp:cNvPr id="0" name=""/>
        <dsp:cNvSpPr/>
      </dsp:nvSpPr>
      <dsp:spPr>
        <a:xfrm>
          <a:off x="7716293" y="367433"/>
          <a:ext cx="2041791" cy="12965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Show and Tell </a:t>
          </a:r>
        </a:p>
      </dsp:txBody>
      <dsp:txXfrm>
        <a:off x="7754267" y="405407"/>
        <a:ext cx="1965843" cy="12205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979704-813B-46BA-84EB-EBB5BFD91FC5}">
      <dsp:nvSpPr>
        <dsp:cNvPr id="0" name=""/>
        <dsp:cNvSpPr/>
      </dsp:nvSpPr>
      <dsp:spPr>
        <a:xfrm>
          <a:off x="2859" y="151911"/>
          <a:ext cx="2041791" cy="12965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32AAA0-4B72-495B-86BE-C6F410248ED8}">
      <dsp:nvSpPr>
        <dsp:cNvPr id="0" name=""/>
        <dsp:cNvSpPr/>
      </dsp:nvSpPr>
      <dsp:spPr>
        <a:xfrm>
          <a:off x="229725" y="367433"/>
          <a:ext cx="2041791" cy="12965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Microsoft Seeing AI</a:t>
          </a:r>
        </a:p>
      </dsp:txBody>
      <dsp:txXfrm>
        <a:off x="267699" y="405407"/>
        <a:ext cx="1965843" cy="1220589"/>
      </dsp:txXfrm>
    </dsp:sp>
    <dsp:sp modelId="{2AC38A5F-E52E-4AB0-95DB-0FBC073EF61D}">
      <dsp:nvSpPr>
        <dsp:cNvPr id="0" name=""/>
        <dsp:cNvSpPr/>
      </dsp:nvSpPr>
      <dsp:spPr>
        <a:xfrm>
          <a:off x="2498382" y="151911"/>
          <a:ext cx="2041791" cy="12965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8E51B9-62CE-4365-A819-3C4F7890F4F3}">
      <dsp:nvSpPr>
        <dsp:cNvPr id="0" name=""/>
        <dsp:cNvSpPr/>
      </dsp:nvSpPr>
      <dsp:spPr>
        <a:xfrm>
          <a:off x="2725248" y="367433"/>
          <a:ext cx="2041791" cy="12965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Google Lookout</a:t>
          </a:r>
        </a:p>
      </dsp:txBody>
      <dsp:txXfrm>
        <a:off x="2763222" y="405407"/>
        <a:ext cx="1965843" cy="1220589"/>
      </dsp:txXfrm>
    </dsp:sp>
    <dsp:sp modelId="{0D6BC289-6E0F-4F1E-930D-8F4FAEF5AC71}">
      <dsp:nvSpPr>
        <dsp:cNvPr id="0" name=""/>
        <dsp:cNvSpPr/>
      </dsp:nvSpPr>
      <dsp:spPr>
        <a:xfrm>
          <a:off x="4993905" y="151911"/>
          <a:ext cx="2041791" cy="12965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10C696-63CA-498C-BBA9-5B531B923839}">
      <dsp:nvSpPr>
        <dsp:cNvPr id="0" name=""/>
        <dsp:cNvSpPr/>
      </dsp:nvSpPr>
      <dsp:spPr>
        <a:xfrm>
          <a:off x="5220771" y="367433"/>
          <a:ext cx="2041791" cy="12965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Facebook Automatic Alt Text</a:t>
          </a:r>
        </a:p>
      </dsp:txBody>
      <dsp:txXfrm>
        <a:off x="5258745" y="405407"/>
        <a:ext cx="1965843" cy="1220589"/>
      </dsp:txXfrm>
    </dsp:sp>
    <dsp:sp modelId="{9340D4E6-1EB4-4743-9AE7-78F4AB6B71C2}">
      <dsp:nvSpPr>
        <dsp:cNvPr id="0" name=""/>
        <dsp:cNvSpPr/>
      </dsp:nvSpPr>
      <dsp:spPr>
        <a:xfrm>
          <a:off x="7489428" y="151911"/>
          <a:ext cx="2041791" cy="12965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3BA2FA-6509-44D5-B7FF-DA09804150F2}">
      <dsp:nvSpPr>
        <dsp:cNvPr id="0" name=""/>
        <dsp:cNvSpPr/>
      </dsp:nvSpPr>
      <dsp:spPr>
        <a:xfrm>
          <a:off x="7716293" y="367433"/>
          <a:ext cx="2041791" cy="12965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Show and Tell </a:t>
          </a:r>
        </a:p>
      </dsp:txBody>
      <dsp:txXfrm>
        <a:off x="7754267" y="405407"/>
        <a:ext cx="1965843" cy="12205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473EC-854F-C69E-FF16-E96C91AE7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3C619F-C7F2-5BBF-29CE-F077EBD5CC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DB298-C1E6-6561-A0EC-18BAAEC09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5294-378E-4F8B-A29E-545B6BF1DACC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820EF-702E-1229-356A-546932AEB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B3F3C-8890-48DA-469A-C6C95B438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07-F3BB-46C6-B005-112FD5412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115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FE5BB-CC05-DE39-4AF4-04D91F49B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D54C9-6B3E-730A-78C1-C68E53DBB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2BC4B-AF29-3645-A3AD-4767951F4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5294-378E-4F8B-A29E-545B6BF1DACC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4C275-1CDB-18CF-AC28-25A926C0A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725E5-2E78-9CA8-9DD1-808CBD584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07-F3BB-46C6-B005-112FD5412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691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34061-0100-19C4-4BF6-5AA1CD437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12159-D6E2-580F-F27C-F4BF4D9A9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D7D55-CFA7-F558-A2CA-78239D3E5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5294-378E-4F8B-A29E-545B6BF1DACC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33571-E9B0-703F-23FC-FACAC1C4C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FB23C-F8C0-4D6F-53E7-27335F4AE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07-F3BB-46C6-B005-112FD5412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5746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B12F-A100-E6BB-9F7A-F870DE15D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90318-D068-B316-AF08-FB59F7BA98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99E61F-4400-569C-8931-C0D4E516B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E5792-1462-CC11-E284-9893657F0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5294-378E-4F8B-A29E-545B6BF1DACC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BE5141-E518-D316-5370-7FEAE80FE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703994-632A-5987-6575-D550823B6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07-F3BB-46C6-B005-112FD5412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0531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8B3C9-11C1-537F-0607-A91497BE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37BE1-676A-EF91-2161-42E9A33DB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6923C-74E8-F686-0C20-B030BDD7ED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B67138-8C4A-15FA-99D6-FE62331DE9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2A0BB0-14C0-3FB1-580C-E3D064C891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C38FB8-7729-7ED0-2BA0-7E9D9D35C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5294-378E-4F8B-A29E-545B6BF1DACC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ADF6FB-894C-EA20-3B04-887E764A6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F2BD1D-6291-475D-B5A7-1F17A0C67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07-F3BB-46C6-B005-112FD5412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21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88A20-A6D1-E1F5-59EF-D52882840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2DC32B-36F0-063E-0071-A41F8643C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5294-378E-4F8B-A29E-545B6BF1DACC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D701AC-E55D-415D-9E1D-24EAB1B75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6FC5D8-E9AD-759C-A2C1-2B2C60439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07-F3BB-46C6-B005-112FD5412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3718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7742D7-61E5-40D1-E3CA-A9A6A8361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5294-378E-4F8B-A29E-545B6BF1DACC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F587A5-90A1-F9FB-8CDE-2F72AC578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9949E-4F53-6A74-632E-B1F293F88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07-F3BB-46C6-B005-112FD5412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498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8BF5B-BCC7-B283-2864-DC048706A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436D3-D659-766C-11CB-F74E88E25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328E05-DB9A-6905-A378-64E45FED6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F5E39-D5A4-5A83-1D52-B6A5C1E34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5294-378E-4F8B-A29E-545B6BF1DACC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3C882-6B54-7D56-52DD-DE5DE85D4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B4411-3FF1-6735-F4A2-5EFF16663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07-F3BB-46C6-B005-112FD5412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8313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C8AB9-D94D-7DA9-FC9C-2F32BC3A3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A49DFB-C821-5263-5992-DDC22F33B3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84980D-29D4-C079-D979-80480F75C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4290A-D5DE-F838-F843-41424C76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5294-378E-4F8B-A29E-545B6BF1DACC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5906DB-8F56-8D21-7766-D75A40B6A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B4A64-A30F-D756-77E7-88013E555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07-F3BB-46C6-B005-112FD5412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67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C407-53D9-E0E3-38B1-C22D63592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4E146-8296-40E2-D685-9A56DC6B4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E428F-510E-0FBA-0B3E-DD840E03A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5294-378E-4F8B-A29E-545B6BF1DACC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A2D76-5F88-E918-F66A-4125CC032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02923-F7D8-9292-A9F6-1C678E86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07-F3BB-46C6-B005-112FD5412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6601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935B3F-60E3-6D72-E0E4-E5CBA6D38E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6316F0-1463-C8B0-EFD8-279CCE34B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49774-F825-204D-A13F-781822649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5294-378E-4F8B-A29E-545B6BF1DACC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F17A5-7B4A-F473-1559-0BFF938DF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940E2-A7EC-0BDE-C042-6111A0B9E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0F407-F3BB-46C6-B005-112FD5412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4200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A5E80A-24BC-C2BB-AF01-5F28AC605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843FA-292C-701C-2297-CF3E18A3B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F325F-FE84-877A-D8D2-CDF896420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15294-378E-4F8B-A29E-545B6BF1DACC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326C1-AB77-12DD-069A-9BEBCC686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AD73D-B9EF-9331-9573-DD888E9DCA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20F407-F3BB-46C6-B005-112FD5412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589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A2DFF7-5D32-DF09-222A-FD98D8FD3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0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en-IN" sz="5200" dirty="0"/>
              <a:t>Team 1- Image Captioning Model</a:t>
            </a:r>
            <a:endParaRPr lang="en-GB" sz="5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FF97F6-BFEB-BB0B-229E-B23B6C78ED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099" y="3692956"/>
            <a:ext cx="4978399" cy="205865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sz="2000" dirty="0"/>
              <a:t>2410030012 – Akshaj</a:t>
            </a:r>
          </a:p>
          <a:p>
            <a:pPr algn="l"/>
            <a:r>
              <a:rPr lang="en-IN" sz="2000" dirty="0"/>
              <a:t>2410030200 – Bhuvanesh</a:t>
            </a:r>
          </a:p>
          <a:p>
            <a:pPr algn="l"/>
            <a:r>
              <a:rPr lang="en-IN" sz="2000" dirty="0"/>
              <a:t>2410030280 – Hridya</a:t>
            </a:r>
          </a:p>
          <a:p>
            <a:pPr algn="l"/>
            <a:r>
              <a:rPr lang="en-IN" sz="2000" dirty="0"/>
              <a:t>2410030297 – Sahasra</a:t>
            </a:r>
          </a:p>
          <a:p>
            <a:pPr algn="l"/>
            <a:r>
              <a:rPr lang="en-IN" sz="2000" dirty="0"/>
              <a:t>2410030470 – Tanvi</a:t>
            </a:r>
          </a:p>
          <a:p>
            <a:pPr algn="l"/>
            <a:r>
              <a:rPr lang="en-IN" sz="2000" dirty="0"/>
              <a:t>2410030494 - Gayathri</a:t>
            </a:r>
            <a:endParaRPr lang="en-GB" sz="2000" dirty="0"/>
          </a:p>
        </p:txBody>
      </p:sp>
      <p:pic>
        <p:nvPicPr>
          <p:cNvPr id="7" name="Graphic 6" descr="Subtitles">
            <a:extLst>
              <a:ext uri="{FF2B5EF4-FFF2-40B4-BE49-F238E27FC236}">
                <a16:creationId xmlns:a16="http://schemas.microsoft.com/office/drawing/2014/main" id="{131D56E2-5A91-7167-D7C1-8904B71B62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Subtitles">
            <a:extLst>
              <a:ext uri="{FF2B5EF4-FFF2-40B4-BE49-F238E27FC236}">
                <a16:creationId xmlns:a16="http://schemas.microsoft.com/office/drawing/2014/main" id="{96F280BC-735F-4D82-A399-A94B503DC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204573-8596-CCD3-361C-4B5A39CAB863}"/>
              </a:ext>
            </a:extLst>
          </p:cNvPr>
          <p:cNvSpPr txBox="1"/>
          <p:nvPr/>
        </p:nvSpPr>
        <p:spPr>
          <a:xfrm>
            <a:off x="12970690" y="5366896"/>
            <a:ext cx="86151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dirty="0"/>
              <a:t>PROJECT OUTCOME</a:t>
            </a:r>
            <a:endParaRPr lang="en-GB" sz="7200" dirty="0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8ED6E075-6ADD-A05F-C4E3-49B5BD1B3C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2263549"/>
              </p:ext>
            </p:extLst>
          </p:nvPr>
        </p:nvGraphicFramePr>
        <p:xfrm>
          <a:off x="12379451" y="7308159"/>
          <a:ext cx="9760945" cy="3108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81341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9D4CB8-553F-9F3B-6A0E-F71FBE6771D5}"/>
              </a:ext>
            </a:extLst>
          </p:cNvPr>
          <p:cNvSpPr txBox="1"/>
          <p:nvPr/>
        </p:nvSpPr>
        <p:spPr>
          <a:xfrm>
            <a:off x="1806766" y="760164"/>
            <a:ext cx="86151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dirty="0"/>
              <a:t>PROJECT OUTCOME</a:t>
            </a:r>
            <a:endParaRPr lang="en-GB" sz="7200" dirty="0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3EE6F24E-BD8A-A6CB-C7B2-AEA314F13256}"/>
              </a:ext>
            </a:extLst>
          </p:cNvPr>
          <p:cNvGraphicFramePr/>
          <p:nvPr/>
        </p:nvGraphicFramePr>
        <p:xfrm>
          <a:off x="1215527" y="2701427"/>
          <a:ext cx="9760945" cy="3108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6ECF0D1-0A7B-28F1-CEA4-B55FF7B58327}"/>
              </a:ext>
            </a:extLst>
          </p:cNvPr>
          <p:cNvSpPr txBox="1"/>
          <p:nvPr/>
        </p:nvSpPr>
        <p:spPr>
          <a:xfrm>
            <a:off x="-9545175" y="0"/>
            <a:ext cx="86151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dirty="0"/>
              <a:t>RELATED WORKS</a:t>
            </a:r>
            <a:endParaRPr lang="en-GB" sz="7200" dirty="0"/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47676B33-4438-11E4-07E6-EA1D7F429B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5094966"/>
              </p:ext>
            </p:extLst>
          </p:nvPr>
        </p:nvGraphicFramePr>
        <p:xfrm>
          <a:off x="-10136414" y="1941263"/>
          <a:ext cx="9760945" cy="1815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257359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D3DCD7-F5A1-BF3C-A90E-0D14633FB7AA}"/>
              </a:ext>
            </a:extLst>
          </p:cNvPr>
          <p:cNvSpPr txBox="1"/>
          <p:nvPr/>
        </p:nvSpPr>
        <p:spPr>
          <a:xfrm>
            <a:off x="1806766" y="760164"/>
            <a:ext cx="86151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dirty="0"/>
              <a:t>RELATED WORKS</a:t>
            </a:r>
            <a:endParaRPr lang="en-GB" sz="7200" dirty="0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881D0CE-4CDD-9B8D-EAC0-3C16093AC25A}"/>
              </a:ext>
            </a:extLst>
          </p:cNvPr>
          <p:cNvGraphicFramePr/>
          <p:nvPr/>
        </p:nvGraphicFramePr>
        <p:xfrm>
          <a:off x="1215527" y="2701427"/>
          <a:ext cx="9760945" cy="1815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4532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133</Words>
  <Application>Microsoft Office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Team 1- Image Captioning Model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JETTI GAYATHRI NAGA SRI</dc:creator>
  <cp:lastModifiedBy>gayathrijabcde@gmail.com</cp:lastModifiedBy>
  <cp:revision>1</cp:revision>
  <dcterms:created xsi:type="dcterms:W3CDTF">2025-08-13T05:22:25Z</dcterms:created>
  <dcterms:modified xsi:type="dcterms:W3CDTF">2025-11-23T07:29:44Z</dcterms:modified>
</cp:coreProperties>
</file>