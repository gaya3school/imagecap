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CF088D-DE72-432E-A6F3-C9F5E86B03A7}" v="15" dt="2025-09-22T05:43:15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-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athrijabcde@gmail.com" userId="7685ef1a8faee2eb" providerId="LiveId" clId="{B101DBB5-D44E-4141-9C1C-9C71FAFA3B62}"/>
    <pc:docChg chg="undo custSel addSld delSld modSld">
      <pc:chgData name="gayathrijabcde@gmail.com" userId="7685ef1a8faee2eb" providerId="LiveId" clId="{B101DBB5-D44E-4141-9C1C-9C71FAFA3B62}" dt="2025-09-22T05:43:15.414" v="354" actId="20577"/>
      <pc:docMkLst>
        <pc:docMk/>
      </pc:docMkLst>
      <pc:sldChg chg="delSp mod">
        <pc:chgData name="gayathrijabcde@gmail.com" userId="7685ef1a8faee2eb" providerId="LiveId" clId="{B101DBB5-D44E-4141-9C1C-9C71FAFA3B62}" dt="2025-09-22T05:27:29.506" v="232" actId="478"/>
        <pc:sldMkLst>
          <pc:docMk/>
          <pc:sldMk cId="2781341373" sldId="256"/>
        </pc:sldMkLst>
        <pc:spChg chg="del">
          <ac:chgData name="gayathrijabcde@gmail.com" userId="7685ef1a8faee2eb" providerId="LiveId" clId="{B101DBB5-D44E-4141-9C1C-9C71FAFA3B62}" dt="2025-09-22T05:27:25.987" v="231" actId="478"/>
          <ac:spMkLst>
            <pc:docMk/>
            <pc:sldMk cId="2781341373" sldId="256"/>
            <ac:spMk id="4" creationId="{C4204573-8596-CCD3-361C-4B5A39CAB863}"/>
          </ac:spMkLst>
        </pc:spChg>
        <pc:graphicFrameChg chg="del">
          <ac:chgData name="gayathrijabcde@gmail.com" userId="7685ef1a8faee2eb" providerId="LiveId" clId="{B101DBB5-D44E-4141-9C1C-9C71FAFA3B62}" dt="2025-09-22T05:27:29.506" v="232" actId="478"/>
          <ac:graphicFrameMkLst>
            <pc:docMk/>
            <pc:sldMk cId="2781341373" sldId="256"/>
            <ac:graphicFrameMk id="5" creationId="{8ED6E075-6ADD-A05F-C4E3-49B5BD1B3CF7}"/>
          </ac:graphicFrameMkLst>
        </pc:graphicFrameChg>
      </pc:sldChg>
      <pc:sldChg chg="addSp delSp modSp del mod setBg">
        <pc:chgData name="gayathrijabcde@gmail.com" userId="7685ef1a8faee2eb" providerId="LiveId" clId="{B101DBB5-D44E-4141-9C1C-9C71FAFA3B62}" dt="2025-09-22T05:27:20.866" v="230" actId="47"/>
        <pc:sldMkLst>
          <pc:docMk/>
          <pc:sldMk cId="2257359822" sldId="257"/>
        </pc:sldMkLst>
        <pc:spChg chg="mod">
          <ac:chgData name="gayathrijabcde@gmail.com" userId="7685ef1a8faee2eb" providerId="LiveId" clId="{B101DBB5-D44E-4141-9C1C-9C71FAFA3B62}" dt="2025-09-22T05:25:35.336" v="229" actId="20577"/>
          <ac:spMkLst>
            <pc:docMk/>
            <pc:sldMk cId="2257359822" sldId="257"/>
            <ac:spMk id="2" creationId="{559D4CB8-553F-9F3B-6A0E-F71FBE6771D5}"/>
          </ac:spMkLst>
        </pc:spChg>
        <pc:spChg chg="add del mod">
          <ac:chgData name="gayathrijabcde@gmail.com" userId="7685ef1a8faee2eb" providerId="LiveId" clId="{B101DBB5-D44E-4141-9C1C-9C71FAFA3B62}" dt="2025-09-22T05:20:38.504" v="213" actId="26606"/>
          <ac:spMkLst>
            <pc:docMk/>
            <pc:sldMk cId="2257359822" sldId="257"/>
            <ac:spMk id="3" creationId="{1F3A8520-02B9-09EF-F546-A3D97A2A7E3A}"/>
          </ac:spMkLst>
        </pc:spChg>
        <pc:spChg chg="mod">
          <ac:chgData name="gayathrijabcde@gmail.com" userId="7685ef1a8faee2eb" providerId="LiveId" clId="{B101DBB5-D44E-4141-9C1C-9C71FAFA3B62}" dt="2025-09-22T05:20:38.504" v="213" actId="26606"/>
          <ac:spMkLst>
            <pc:docMk/>
            <pc:sldMk cId="2257359822" sldId="257"/>
            <ac:spMk id="4" creationId="{A6ECF0D1-0A7B-28F1-CEA4-B55FF7B58327}"/>
          </ac:spMkLst>
        </pc:spChg>
        <pc:spChg chg="add del">
          <ac:chgData name="gayathrijabcde@gmail.com" userId="7685ef1a8faee2eb" providerId="LiveId" clId="{B101DBB5-D44E-4141-9C1C-9C71FAFA3B62}" dt="2025-09-22T05:20:38.504" v="213" actId="26606"/>
          <ac:spMkLst>
            <pc:docMk/>
            <pc:sldMk cId="2257359822" sldId="257"/>
            <ac:spMk id="11" creationId="{18873D23-2DCF-4B31-A009-95721C06E8E1}"/>
          </ac:spMkLst>
        </pc:spChg>
        <pc:spChg chg="add del">
          <ac:chgData name="gayathrijabcde@gmail.com" userId="7685ef1a8faee2eb" providerId="LiveId" clId="{B101DBB5-D44E-4141-9C1C-9C71FAFA3B62}" dt="2025-09-22T05:20:24.835" v="209" actId="26606"/>
          <ac:spMkLst>
            <pc:docMk/>
            <pc:sldMk cId="2257359822" sldId="257"/>
            <ac:spMk id="12" creationId="{AE2B703B-46F9-481A-A605-82E2A828C4FA}"/>
          </ac:spMkLst>
        </pc:spChg>
        <pc:spChg chg="add del">
          <ac:chgData name="gayathrijabcde@gmail.com" userId="7685ef1a8faee2eb" providerId="LiveId" clId="{B101DBB5-D44E-4141-9C1C-9C71FAFA3B62}" dt="2025-09-22T05:20:38.504" v="213" actId="26606"/>
          <ac:spMkLst>
            <pc:docMk/>
            <pc:sldMk cId="2257359822" sldId="257"/>
            <ac:spMk id="13" creationId="{C13EF075-D4EF-4929-ADBC-91B27DA19955}"/>
          </ac:spMkLst>
        </pc:spChg>
        <pc:spChg chg="add del">
          <ac:chgData name="gayathrijabcde@gmail.com" userId="7685ef1a8faee2eb" providerId="LiveId" clId="{B101DBB5-D44E-4141-9C1C-9C71FAFA3B62}" dt="2025-09-22T05:20:24.835" v="209" actId="26606"/>
          <ac:spMkLst>
            <pc:docMk/>
            <pc:sldMk cId="2257359822" sldId="257"/>
            <ac:spMk id="14" creationId="{F13BE4D7-0C3D-4906-B230-A1C5B4665CCF}"/>
          </ac:spMkLst>
        </pc:spChg>
        <pc:spChg chg="add del">
          <ac:chgData name="gayathrijabcde@gmail.com" userId="7685ef1a8faee2eb" providerId="LiveId" clId="{B101DBB5-D44E-4141-9C1C-9C71FAFA3B62}" dt="2025-09-22T05:20:26.689" v="211" actId="26606"/>
          <ac:spMkLst>
            <pc:docMk/>
            <pc:sldMk cId="2257359822" sldId="257"/>
            <ac:spMk id="16" creationId="{AAD0DBB9-1A4B-4391-81D4-CB19F9AB918A}"/>
          </ac:spMkLst>
        </pc:spChg>
        <pc:spChg chg="add del">
          <ac:chgData name="gayathrijabcde@gmail.com" userId="7685ef1a8faee2eb" providerId="LiveId" clId="{B101DBB5-D44E-4141-9C1C-9C71FAFA3B62}" dt="2025-09-22T05:20:26.689" v="211" actId="26606"/>
          <ac:spMkLst>
            <pc:docMk/>
            <pc:sldMk cId="2257359822" sldId="257"/>
            <ac:spMk id="17" creationId="{BACC6370-2D7E-4714-9D71-7542949D7D5D}"/>
          </ac:spMkLst>
        </pc:spChg>
        <pc:spChg chg="add del">
          <ac:chgData name="gayathrijabcde@gmail.com" userId="7685ef1a8faee2eb" providerId="LiveId" clId="{B101DBB5-D44E-4141-9C1C-9C71FAFA3B62}" dt="2025-09-22T05:20:26.689" v="211" actId="26606"/>
          <ac:spMkLst>
            <pc:docMk/>
            <pc:sldMk cId="2257359822" sldId="257"/>
            <ac:spMk id="18" creationId="{063BBA22-50EA-4C4D-BE05-F1CE4E63AA56}"/>
          </ac:spMkLst>
        </pc:spChg>
        <pc:spChg chg="add del">
          <ac:chgData name="gayathrijabcde@gmail.com" userId="7685ef1a8faee2eb" providerId="LiveId" clId="{B101DBB5-D44E-4141-9C1C-9C71FAFA3B62}" dt="2025-09-22T05:20:26.689" v="211" actId="26606"/>
          <ac:spMkLst>
            <pc:docMk/>
            <pc:sldMk cId="2257359822" sldId="257"/>
            <ac:spMk id="19" creationId="{F68B3F68-107C-434F-AA38-110D5EA91B85}"/>
          </ac:spMkLst>
        </pc:spChg>
        <pc:spChg chg="add del">
          <ac:chgData name="gayathrijabcde@gmail.com" userId="7685ef1a8faee2eb" providerId="LiveId" clId="{B101DBB5-D44E-4141-9C1C-9C71FAFA3B62}" dt="2025-09-22T05:20:38.504" v="213" actId="26606"/>
          <ac:spMkLst>
            <pc:docMk/>
            <pc:sldMk cId="2257359822" sldId="257"/>
            <ac:spMk id="26" creationId="{1F3A8520-02B9-09EF-F546-A3D97A2A7E3A}"/>
          </ac:spMkLst>
        </pc:spChg>
        <pc:grpChg chg="add del">
          <ac:chgData name="gayathrijabcde@gmail.com" userId="7685ef1a8faee2eb" providerId="LiveId" clId="{B101DBB5-D44E-4141-9C1C-9C71FAFA3B62}" dt="2025-09-22T05:20:38.504" v="213" actId="26606"/>
          <ac:grpSpMkLst>
            <pc:docMk/>
            <pc:sldMk cId="2257359822" sldId="257"/>
            <ac:grpSpMk id="15" creationId="{DAA26DFA-AAB2-4973-9C17-16D587C7B198}"/>
          </ac:grpSpMkLst>
        </pc:grpChg>
        <pc:graphicFrameChg chg="del">
          <ac:chgData name="gayathrijabcde@gmail.com" userId="7685ef1a8faee2eb" providerId="LiveId" clId="{B101DBB5-D44E-4141-9C1C-9C71FAFA3B62}" dt="2025-09-22T05:11:04.594" v="12" actId="478"/>
          <ac:graphicFrameMkLst>
            <pc:docMk/>
            <pc:sldMk cId="2257359822" sldId="257"/>
            <ac:graphicFrameMk id="5" creationId="{3EE6F24E-BD8A-A6CB-C7B2-AEA314F13256}"/>
          </ac:graphicFrameMkLst>
        </pc:graphicFrameChg>
        <pc:graphicFrameChg chg="add del">
          <ac:chgData name="gayathrijabcde@gmail.com" userId="7685ef1a8faee2eb" providerId="LiveId" clId="{B101DBB5-D44E-4141-9C1C-9C71FAFA3B62}" dt="2025-09-22T05:20:24.835" v="209" actId="26606"/>
          <ac:graphicFrameMkLst>
            <pc:docMk/>
            <pc:sldMk cId="2257359822" sldId="257"/>
            <ac:graphicFrameMk id="8" creationId="{1A9BA203-306A-0B3A-5BC1-885F478B2B35}"/>
          </ac:graphicFrameMkLst>
        </pc:graphicFrameChg>
        <pc:graphicFrameChg chg="add del">
          <ac:chgData name="gayathrijabcde@gmail.com" userId="7685ef1a8faee2eb" providerId="LiveId" clId="{B101DBB5-D44E-4141-9C1C-9C71FAFA3B62}" dt="2025-09-22T05:20:26.689" v="211" actId="26606"/>
          <ac:graphicFrameMkLst>
            <pc:docMk/>
            <pc:sldMk cId="2257359822" sldId="257"/>
            <ac:graphicFrameMk id="20" creationId="{874DC46D-5361-3539-7290-B70CFE162B45}"/>
          </ac:graphicFrameMkLst>
        </pc:graphicFrameChg>
      </pc:sldChg>
      <pc:sldChg chg="addSp delSp modSp new mod setBg">
        <pc:chgData name="gayathrijabcde@gmail.com" userId="7685ef1a8faee2eb" providerId="LiveId" clId="{B101DBB5-D44E-4141-9C1C-9C71FAFA3B62}" dt="2025-09-22T05:43:15.414" v="354" actId="20577"/>
        <pc:sldMkLst>
          <pc:docMk/>
          <pc:sldMk cId="2745986042" sldId="257"/>
        </pc:sldMkLst>
        <pc:spChg chg="add mod">
          <ac:chgData name="gayathrijabcde@gmail.com" userId="7685ef1a8faee2eb" providerId="LiveId" clId="{B101DBB5-D44E-4141-9C1C-9C71FAFA3B62}" dt="2025-09-22T05:36:10.416" v="347" actId="26606"/>
          <ac:spMkLst>
            <pc:docMk/>
            <pc:sldMk cId="2745986042" sldId="257"/>
            <ac:spMk id="2" creationId="{C737AA92-1AA9-0EDF-47CF-72A075BD7407}"/>
          </ac:spMkLst>
        </pc:spChg>
        <pc:spChg chg="add del mod">
          <ac:chgData name="gayathrijabcde@gmail.com" userId="7685ef1a8faee2eb" providerId="LiveId" clId="{B101DBB5-D44E-4141-9C1C-9C71FAFA3B62}" dt="2025-09-22T05:36:10.416" v="347" actId="26606"/>
          <ac:spMkLst>
            <pc:docMk/>
            <pc:sldMk cId="2745986042" sldId="257"/>
            <ac:spMk id="3" creationId="{5DFFAB61-8849-6AD2-C12F-A2B41C3A7B03}"/>
          </ac:spMkLst>
        </pc:spChg>
        <pc:spChg chg="add">
          <ac:chgData name="gayathrijabcde@gmail.com" userId="7685ef1a8faee2eb" providerId="LiveId" clId="{B101DBB5-D44E-4141-9C1C-9C71FAFA3B62}" dt="2025-09-22T05:36:10.416" v="347" actId="26606"/>
          <ac:spMkLst>
            <pc:docMk/>
            <pc:sldMk cId="2745986042" sldId="257"/>
            <ac:spMk id="9" creationId="{BACC6370-2D7E-4714-9D71-7542949D7D5D}"/>
          </ac:spMkLst>
        </pc:spChg>
        <pc:spChg chg="add">
          <ac:chgData name="gayathrijabcde@gmail.com" userId="7685ef1a8faee2eb" providerId="LiveId" clId="{B101DBB5-D44E-4141-9C1C-9C71FAFA3B62}" dt="2025-09-22T05:36:10.416" v="347" actId="26606"/>
          <ac:spMkLst>
            <pc:docMk/>
            <pc:sldMk cId="2745986042" sldId="257"/>
            <ac:spMk id="11" creationId="{F68B3F68-107C-434F-AA38-110D5EA91B85}"/>
          </ac:spMkLst>
        </pc:spChg>
        <pc:spChg chg="add">
          <ac:chgData name="gayathrijabcde@gmail.com" userId="7685ef1a8faee2eb" providerId="LiveId" clId="{B101DBB5-D44E-4141-9C1C-9C71FAFA3B62}" dt="2025-09-22T05:36:10.416" v="347" actId="26606"/>
          <ac:spMkLst>
            <pc:docMk/>
            <pc:sldMk cId="2745986042" sldId="257"/>
            <ac:spMk id="13" creationId="{AAD0DBB9-1A4B-4391-81D4-CB19F9AB918A}"/>
          </ac:spMkLst>
        </pc:spChg>
        <pc:spChg chg="add">
          <ac:chgData name="gayathrijabcde@gmail.com" userId="7685ef1a8faee2eb" providerId="LiveId" clId="{B101DBB5-D44E-4141-9C1C-9C71FAFA3B62}" dt="2025-09-22T05:36:10.416" v="347" actId="26606"/>
          <ac:spMkLst>
            <pc:docMk/>
            <pc:sldMk cId="2745986042" sldId="257"/>
            <ac:spMk id="15" creationId="{063BBA22-50EA-4C4D-BE05-F1CE4E63AA56}"/>
          </ac:spMkLst>
        </pc:spChg>
        <pc:graphicFrameChg chg="add mod">
          <ac:chgData name="gayathrijabcde@gmail.com" userId="7685ef1a8faee2eb" providerId="LiveId" clId="{B101DBB5-D44E-4141-9C1C-9C71FAFA3B62}" dt="2025-09-22T05:43:15.414" v="354" actId="20577"/>
          <ac:graphicFrameMkLst>
            <pc:docMk/>
            <pc:sldMk cId="2745986042" sldId="257"/>
            <ac:graphicFrameMk id="5" creationId="{7FA932C5-13D5-AD59-0D20-EFFE2399DD55}"/>
          </ac:graphicFrameMkLst>
        </pc:graphicFrameChg>
      </pc:sldChg>
      <pc:sldChg chg="del">
        <pc:chgData name="gayathrijabcde@gmail.com" userId="7685ef1a8faee2eb" providerId="LiveId" clId="{B101DBB5-D44E-4141-9C1C-9C71FAFA3B62}" dt="2025-09-22T05:27:20.866" v="230" actId="47"/>
        <pc:sldMkLst>
          <pc:docMk/>
          <pc:sldMk cId="1974532519" sldId="258"/>
        </pc:sldMkLst>
      </pc:sldChg>
      <pc:sldChg chg="addSp delSp modSp new mod">
        <pc:chgData name="gayathrijabcde@gmail.com" userId="7685ef1a8faee2eb" providerId="LiveId" clId="{B101DBB5-D44E-4141-9C1C-9C71FAFA3B62}" dt="2025-09-22T05:36:34.175" v="348" actId="26606"/>
        <pc:sldMkLst>
          <pc:docMk/>
          <pc:sldMk cId="2913119591" sldId="258"/>
        </pc:sldMkLst>
        <pc:spChg chg="add mod">
          <ac:chgData name="gayathrijabcde@gmail.com" userId="7685ef1a8faee2eb" providerId="LiveId" clId="{B101DBB5-D44E-4141-9C1C-9C71FAFA3B62}" dt="2025-09-22T05:30:04.913" v="299" actId="20577"/>
          <ac:spMkLst>
            <pc:docMk/>
            <pc:sldMk cId="2913119591" sldId="258"/>
            <ac:spMk id="2" creationId="{81B57308-ECE9-9886-575A-D37B42F9CFC2}"/>
          </ac:spMkLst>
        </pc:spChg>
        <pc:spChg chg="add del mod">
          <ac:chgData name="gayathrijabcde@gmail.com" userId="7685ef1a8faee2eb" providerId="LiveId" clId="{B101DBB5-D44E-4141-9C1C-9C71FAFA3B62}" dt="2025-09-22T05:33:53.066" v="346" actId="26606"/>
          <ac:spMkLst>
            <pc:docMk/>
            <pc:sldMk cId="2913119591" sldId="258"/>
            <ac:spMk id="3" creationId="{7B0AB342-F89B-F7DE-1BE0-B78D933E7AA6}"/>
          </ac:spMkLst>
        </pc:spChg>
        <pc:graphicFrameChg chg="add modGraphic">
          <ac:chgData name="gayathrijabcde@gmail.com" userId="7685ef1a8faee2eb" providerId="LiveId" clId="{B101DBB5-D44E-4141-9C1C-9C71FAFA3B62}" dt="2025-09-22T05:36:34.175" v="348" actId="26606"/>
          <ac:graphicFrameMkLst>
            <pc:docMk/>
            <pc:sldMk cId="2913119591" sldId="258"/>
            <ac:graphicFrameMk id="5" creationId="{B0976CD3-E16E-8B6A-9891-84B43171407B}"/>
          </ac:graphicFrameMkLst>
        </pc:graphicFrameChg>
      </pc:sldChg>
      <pc:sldChg chg="addSp delSp modSp new mod">
        <pc:chgData name="gayathrijabcde@gmail.com" userId="7685ef1a8faee2eb" providerId="LiveId" clId="{B101DBB5-D44E-4141-9C1C-9C71FAFA3B62}" dt="2025-09-22T05:37:54.075" v="353" actId="26606"/>
        <pc:sldMkLst>
          <pc:docMk/>
          <pc:sldMk cId="3241912974" sldId="259"/>
        </pc:sldMkLst>
        <pc:spChg chg="add mod">
          <ac:chgData name="gayathrijabcde@gmail.com" userId="7685ef1a8faee2eb" providerId="LiveId" clId="{B101DBB5-D44E-4141-9C1C-9C71FAFA3B62}" dt="2025-09-22T05:31:07.780" v="329" actId="20577"/>
          <ac:spMkLst>
            <pc:docMk/>
            <pc:sldMk cId="3241912974" sldId="259"/>
            <ac:spMk id="2" creationId="{E5EF3A5A-FE65-5466-E2C9-90A5BC47831F}"/>
          </ac:spMkLst>
        </pc:spChg>
        <pc:spChg chg="add del mod">
          <ac:chgData name="gayathrijabcde@gmail.com" userId="7685ef1a8faee2eb" providerId="LiveId" clId="{B101DBB5-D44E-4141-9C1C-9C71FAFA3B62}" dt="2025-09-22T05:37:54.075" v="353" actId="26606"/>
          <ac:spMkLst>
            <pc:docMk/>
            <pc:sldMk cId="3241912974" sldId="259"/>
            <ac:spMk id="5" creationId="{811AF670-3B4B-8D47-B584-326B5934A85D}"/>
          </ac:spMkLst>
        </pc:spChg>
        <pc:graphicFrameChg chg="add del">
          <ac:chgData name="gayathrijabcde@gmail.com" userId="7685ef1a8faee2eb" providerId="LiveId" clId="{B101DBB5-D44E-4141-9C1C-9C71FAFA3B62}" dt="2025-09-22T05:37:18.836" v="350" actId="26606"/>
          <ac:graphicFrameMkLst>
            <pc:docMk/>
            <pc:sldMk cId="3241912974" sldId="259"/>
            <ac:graphicFrameMk id="7" creationId="{A095C226-672D-8B86-FB70-5B47DD63162F}"/>
          </ac:graphicFrameMkLst>
        </pc:graphicFrameChg>
        <pc:graphicFrameChg chg="add del">
          <ac:chgData name="gayathrijabcde@gmail.com" userId="7685ef1a8faee2eb" providerId="LiveId" clId="{B101DBB5-D44E-4141-9C1C-9C71FAFA3B62}" dt="2025-09-22T05:37:54.044" v="352" actId="26606"/>
          <ac:graphicFrameMkLst>
            <pc:docMk/>
            <pc:sldMk cId="3241912974" sldId="259"/>
            <ac:graphicFrameMk id="9" creationId="{2869D54D-F7AF-8AD8-FF77-227DDFB69546}"/>
          </ac:graphicFrameMkLst>
        </pc:graphicFrameChg>
        <pc:graphicFrameChg chg="add">
          <ac:chgData name="gayathrijabcde@gmail.com" userId="7685ef1a8faee2eb" providerId="LiveId" clId="{B101DBB5-D44E-4141-9C1C-9C71FAFA3B62}" dt="2025-09-22T05:37:54.075" v="353" actId="26606"/>
          <ac:graphicFrameMkLst>
            <pc:docMk/>
            <pc:sldMk cId="3241912974" sldId="259"/>
            <ac:graphicFrameMk id="11" creationId="{A095C226-672D-8B86-FB70-5B47DD63162F}"/>
          </ac:graphicFrameMkLst>
        </pc:graphicFrameChg>
        <pc:picChg chg="add del mod ord">
          <ac:chgData name="gayathrijabcde@gmail.com" userId="7685ef1a8faee2eb" providerId="LiveId" clId="{B101DBB5-D44E-4141-9C1C-9C71FAFA3B62}" dt="2025-09-22T05:32:50.506" v="336" actId="478"/>
          <ac:picMkLst>
            <pc:docMk/>
            <pc:sldMk cId="3241912974" sldId="259"/>
            <ac:picMk id="4" creationId="{29F0F1F6-C4AE-FB67-E1D5-E555920840D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F87F91-D8C0-4E9A-BA14-534B25E7495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B5657A-30F9-4BE5-9FDC-8A42821E8FAB}">
      <dgm:prSet/>
      <dgm:spPr/>
      <dgm:t>
        <a:bodyPr/>
        <a:lstStyle/>
        <a:p>
          <a:r>
            <a:rPr lang="en-US" dirty="0"/>
            <a:t>Encoder: Pretrained Convolutional Neural Network (CNN) (e.g., ResNet50 without last layer) to extract image features.</a:t>
          </a:r>
        </a:p>
      </dgm:t>
    </dgm:pt>
    <dgm:pt modelId="{B2366D52-1DA7-4EEF-ACE8-37AAEC723394}" type="parTrans" cxnId="{F6D3FF3B-4B45-4E19-907F-C245E29AD144}">
      <dgm:prSet/>
      <dgm:spPr/>
      <dgm:t>
        <a:bodyPr/>
        <a:lstStyle/>
        <a:p>
          <a:endParaRPr lang="en-US"/>
        </a:p>
      </dgm:t>
    </dgm:pt>
    <dgm:pt modelId="{FFE9723F-E1DF-4820-96BB-241A1570C354}" type="sibTrans" cxnId="{F6D3FF3B-4B45-4E19-907F-C245E29AD144}">
      <dgm:prSet/>
      <dgm:spPr/>
      <dgm:t>
        <a:bodyPr/>
        <a:lstStyle/>
        <a:p>
          <a:endParaRPr lang="en-US"/>
        </a:p>
      </dgm:t>
    </dgm:pt>
    <dgm:pt modelId="{13B6E0C7-7CE0-4F95-BC16-3F6313A8F623}">
      <dgm:prSet/>
      <dgm:spPr/>
      <dgm:t>
        <a:bodyPr/>
        <a:lstStyle/>
        <a:p>
          <a:r>
            <a:rPr lang="en-US"/>
            <a:t>Decoder: Long Short-Term Memory (LSTM) network to generate captions word-by-word from the image features.</a:t>
          </a:r>
        </a:p>
      </dgm:t>
    </dgm:pt>
    <dgm:pt modelId="{AE8C97CA-E2A7-40E7-A6C8-3BCC14512900}" type="parTrans" cxnId="{C55C83C7-7C11-4F17-A588-E518CA83ABF4}">
      <dgm:prSet/>
      <dgm:spPr/>
      <dgm:t>
        <a:bodyPr/>
        <a:lstStyle/>
        <a:p>
          <a:endParaRPr lang="en-US"/>
        </a:p>
      </dgm:t>
    </dgm:pt>
    <dgm:pt modelId="{8ED8F514-427D-4E62-9CB2-141665166C95}" type="sibTrans" cxnId="{C55C83C7-7C11-4F17-A588-E518CA83ABF4}">
      <dgm:prSet/>
      <dgm:spPr/>
      <dgm:t>
        <a:bodyPr/>
        <a:lstStyle/>
        <a:p>
          <a:endParaRPr lang="en-US"/>
        </a:p>
      </dgm:t>
    </dgm:pt>
    <dgm:pt modelId="{4B849621-59EA-4BB7-B8F5-5BD1E494CC8C}">
      <dgm:prSet/>
      <dgm:spPr/>
      <dgm:t>
        <a:bodyPr/>
        <a:lstStyle/>
        <a:p>
          <a:r>
            <a:rPr lang="en-US" dirty="0"/>
            <a:t>OR: A pretrained image captioning model from libraries like </a:t>
          </a:r>
          <a:r>
            <a:rPr lang="en-US" dirty="0" err="1"/>
            <a:t>HuggingFace</a:t>
          </a:r>
          <a:r>
            <a:rPr lang="en-US" dirty="0"/>
            <a:t> Transformers</a:t>
          </a:r>
        </a:p>
      </dgm:t>
    </dgm:pt>
    <dgm:pt modelId="{BEE0CD3A-28F5-4E2E-B330-E03D4EF16931}" type="parTrans" cxnId="{EC087DEC-7F1A-40D8-941A-B2378A36B03A}">
      <dgm:prSet/>
      <dgm:spPr/>
      <dgm:t>
        <a:bodyPr/>
        <a:lstStyle/>
        <a:p>
          <a:endParaRPr lang="en-US"/>
        </a:p>
      </dgm:t>
    </dgm:pt>
    <dgm:pt modelId="{7EAD1FB9-781B-4E36-9F1C-CC989BC9C2E2}" type="sibTrans" cxnId="{EC087DEC-7F1A-40D8-941A-B2378A36B03A}">
      <dgm:prSet/>
      <dgm:spPr/>
      <dgm:t>
        <a:bodyPr/>
        <a:lstStyle/>
        <a:p>
          <a:endParaRPr lang="en-US"/>
        </a:p>
      </dgm:t>
    </dgm:pt>
    <dgm:pt modelId="{4ACEE42B-DADD-4A50-BBA0-DCCA0F8589BE}" type="pres">
      <dgm:prSet presAssocID="{CEF87F91-D8C0-4E9A-BA14-534B25E7495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F8F4B9E-48F8-4032-903D-5463674A462B}" type="pres">
      <dgm:prSet presAssocID="{BAB5657A-30F9-4BE5-9FDC-8A42821E8FAB}" presName="hierRoot1" presStyleCnt="0"/>
      <dgm:spPr/>
    </dgm:pt>
    <dgm:pt modelId="{BC673048-6F43-42C4-AD38-D8FC084E9D9E}" type="pres">
      <dgm:prSet presAssocID="{BAB5657A-30F9-4BE5-9FDC-8A42821E8FAB}" presName="composite" presStyleCnt="0"/>
      <dgm:spPr/>
    </dgm:pt>
    <dgm:pt modelId="{7519DEFE-919B-40CA-9993-60E314766EA7}" type="pres">
      <dgm:prSet presAssocID="{BAB5657A-30F9-4BE5-9FDC-8A42821E8FAB}" presName="background" presStyleLbl="node0" presStyleIdx="0" presStyleCnt="3"/>
      <dgm:spPr/>
    </dgm:pt>
    <dgm:pt modelId="{B0B55E1D-6AF0-48EB-A55B-290ECC4187A0}" type="pres">
      <dgm:prSet presAssocID="{BAB5657A-30F9-4BE5-9FDC-8A42821E8FAB}" presName="text" presStyleLbl="fgAcc0" presStyleIdx="0" presStyleCnt="3">
        <dgm:presLayoutVars>
          <dgm:chPref val="3"/>
        </dgm:presLayoutVars>
      </dgm:prSet>
      <dgm:spPr/>
    </dgm:pt>
    <dgm:pt modelId="{52A4C2F9-F82D-4495-8D7F-F1D55480F373}" type="pres">
      <dgm:prSet presAssocID="{BAB5657A-30F9-4BE5-9FDC-8A42821E8FAB}" presName="hierChild2" presStyleCnt="0"/>
      <dgm:spPr/>
    </dgm:pt>
    <dgm:pt modelId="{5B561188-9F57-4426-BB07-816820CC263C}" type="pres">
      <dgm:prSet presAssocID="{13B6E0C7-7CE0-4F95-BC16-3F6313A8F623}" presName="hierRoot1" presStyleCnt="0"/>
      <dgm:spPr/>
    </dgm:pt>
    <dgm:pt modelId="{C634B011-1533-444E-A7F0-307388C38760}" type="pres">
      <dgm:prSet presAssocID="{13B6E0C7-7CE0-4F95-BC16-3F6313A8F623}" presName="composite" presStyleCnt="0"/>
      <dgm:spPr/>
    </dgm:pt>
    <dgm:pt modelId="{D1555C4D-2532-4802-AC18-7269C9848E7F}" type="pres">
      <dgm:prSet presAssocID="{13B6E0C7-7CE0-4F95-BC16-3F6313A8F623}" presName="background" presStyleLbl="node0" presStyleIdx="1" presStyleCnt="3"/>
      <dgm:spPr/>
    </dgm:pt>
    <dgm:pt modelId="{793AF304-1758-4718-94E8-F49126683E01}" type="pres">
      <dgm:prSet presAssocID="{13B6E0C7-7CE0-4F95-BC16-3F6313A8F623}" presName="text" presStyleLbl="fgAcc0" presStyleIdx="1" presStyleCnt="3">
        <dgm:presLayoutVars>
          <dgm:chPref val="3"/>
        </dgm:presLayoutVars>
      </dgm:prSet>
      <dgm:spPr/>
    </dgm:pt>
    <dgm:pt modelId="{EF4B32D8-08EB-4D8C-8F63-CEF1ECC9D868}" type="pres">
      <dgm:prSet presAssocID="{13B6E0C7-7CE0-4F95-BC16-3F6313A8F623}" presName="hierChild2" presStyleCnt="0"/>
      <dgm:spPr/>
    </dgm:pt>
    <dgm:pt modelId="{BD922967-D8F0-4C38-ABB3-0DC70F13C9AB}" type="pres">
      <dgm:prSet presAssocID="{4B849621-59EA-4BB7-B8F5-5BD1E494CC8C}" presName="hierRoot1" presStyleCnt="0"/>
      <dgm:spPr/>
    </dgm:pt>
    <dgm:pt modelId="{ABEF4C66-8DAB-405C-AC81-E0B39B7D3C2F}" type="pres">
      <dgm:prSet presAssocID="{4B849621-59EA-4BB7-B8F5-5BD1E494CC8C}" presName="composite" presStyleCnt="0"/>
      <dgm:spPr/>
    </dgm:pt>
    <dgm:pt modelId="{57ADFE41-679F-4256-8496-BA52C3CA1D2A}" type="pres">
      <dgm:prSet presAssocID="{4B849621-59EA-4BB7-B8F5-5BD1E494CC8C}" presName="background" presStyleLbl="node0" presStyleIdx="2" presStyleCnt="3"/>
      <dgm:spPr/>
    </dgm:pt>
    <dgm:pt modelId="{AADB5C12-A054-4356-AAD8-F816C5FF2452}" type="pres">
      <dgm:prSet presAssocID="{4B849621-59EA-4BB7-B8F5-5BD1E494CC8C}" presName="text" presStyleLbl="fgAcc0" presStyleIdx="2" presStyleCnt="3">
        <dgm:presLayoutVars>
          <dgm:chPref val="3"/>
        </dgm:presLayoutVars>
      </dgm:prSet>
      <dgm:spPr/>
    </dgm:pt>
    <dgm:pt modelId="{20EC6E9C-411F-48E4-A18E-FAA70CCB75AF}" type="pres">
      <dgm:prSet presAssocID="{4B849621-59EA-4BB7-B8F5-5BD1E494CC8C}" presName="hierChild2" presStyleCnt="0"/>
      <dgm:spPr/>
    </dgm:pt>
  </dgm:ptLst>
  <dgm:cxnLst>
    <dgm:cxn modelId="{C68B7E2C-ED23-4B44-ACCD-920DFC0DA4FD}" type="presOf" srcId="{4B849621-59EA-4BB7-B8F5-5BD1E494CC8C}" destId="{AADB5C12-A054-4356-AAD8-F816C5FF2452}" srcOrd="0" destOrd="0" presId="urn:microsoft.com/office/officeart/2005/8/layout/hierarchy1"/>
    <dgm:cxn modelId="{F6D3FF3B-4B45-4E19-907F-C245E29AD144}" srcId="{CEF87F91-D8C0-4E9A-BA14-534B25E74952}" destId="{BAB5657A-30F9-4BE5-9FDC-8A42821E8FAB}" srcOrd="0" destOrd="0" parTransId="{B2366D52-1DA7-4EEF-ACE8-37AAEC723394}" sibTransId="{FFE9723F-E1DF-4820-96BB-241A1570C354}"/>
    <dgm:cxn modelId="{A3E8EF77-FDD2-412B-9D57-1FCCFA4E923E}" type="presOf" srcId="{13B6E0C7-7CE0-4F95-BC16-3F6313A8F623}" destId="{793AF304-1758-4718-94E8-F49126683E01}" srcOrd="0" destOrd="0" presId="urn:microsoft.com/office/officeart/2005/8/layout/hierarchy1"/>
    <dgm:cxn modelId="{C55C83C7-7C11-4F17-A588-E518CA83ABF4}" srcId="{CEF87F91-D8C0-4E9A-BA14-534B25E74952}" destId="{13B6E0C7-7CE0-4F95-BC16-3F6313A8F623}" srcOrd="1" destOrd="0" parTransId="{AE8C97CA-E2A7-40E7-A6C8-3BCC14512900}" sibTransId="{8ED8F514-427D-4E62-9CB2-141665166C95}"/>
    <dgm:cxn modelId="{0B00BBDE-087E-4EAF-A177-2875EE20235C}" type="presOf" srcId="{BAB5657A-30F9-4BE5-9FDC-8A42821E8FAB}" destId="{B0B55E1D-6AF0-48EB-A55B-290ECC4187A0}" srcOrd="0" destOrd="0" presId="urn:microsoft.com/office/officeart/2005/8/layout/hierarchy1"/>
    <dgm:cxn modelId="{EC087DEC-7F1A-40D8-941A-B2378A36B03A}" srcId="{CEF87F91-D8C0-4E9A-BA14-534B25E74952}" destId="{4B849621-59EA-4BB7-B8F5-5BD1E494CC8C}" srcOrd="2" destOrd="0" parTransId="{BEE0CD3A-28F5-4E2E-B330-E03D4EF16931}" sibTransId="{7EAD1FB9-781B-4E36-9F1C-CC989BC9C2E2}"/>
    <dgm:cxn modelId="{566F98EC-95B1-455A-989E-7D4BB5FA3D0F}" type="presOf" srcId="{CEF87F91-D8C0-4E9A-BA14-534B25E74952}" destId="{4ACEE42B-DADD-4A50-BBA0-DCCA0F8589BE}" srcOrd="0" destOrd="0" presId="urn:microsoft.com/office/officeart/2005/8/layout/hierarchy1"/>
    <dgm:cxn modelId="{9BAD4A0A-F367-40D8-8489-C78533B8573C}" type="presParOf" srcId="{4ACEE42B-DADD-4A50-BBA0-DCCA0F8589BE}" destId="{0F8F4B9E-48F8-4032-903D-5463674A462B}" srcOrd="0" destOrd="0" presId="urn:microsoft.com/office/officeart/2005/8/layout/hierarchy1"/>
    <dgm:cxn modelId="{174DF8B7-354F-4DE0-B9A9-EB63885BE372}" type="presParOf" srcId="{0F8F4B9E-48F8-4032-903D-5463674A462B}" destId="{BC673048-6F43-42C4-AD38-D8FC084E9D9E}" srcOrd="0" destOrd="0" presId="urn:microsoft.com/office/officeart/2005/8/layout/hierarchy1"/>
    <dgm:cxn modelId="{B9389D4D-B3F8-4093-9894-2DC02C35B2C5}" type="presParOf" srcId="{BC673048-6F43-42C4-AD38-D8FC084E9D9E}" destId="{7519DEFE-919B-40CA-9993-60E314766EA7}" srcOrd="0" destOrd="0" presId="urn:microsoft.com/office/officeart/2005/8/layout/hierarchy1"/>
    <dgm:cxn modelId="{573F5B8D-A2FA-4562-A840-4E4F8A2B4540}" type="presParOf" srcId="{BC673048-6F43-42C4-AD38-D8FC084E9D9E}" destId="{B0B55E1D-6AF0-48EB-A55B-290ECC4187A0}" srcOrd="1" destOrd="0" presId="urn:microsoft.com/office/officeart/2005/8/layout/hierarchy1"/>
    <dgm:cxn modelId="{863C16E0-E1DA-44B6-9764-94DD640548E8}" type="presParOf" srcId="{0F8F4B9E-48F8-4032-903D-5463674A462B}" destId="{52A4C2F9-F82D-4495-8D7F-F1D55480F373}" srcOrd="1" destOrd="0" presId="urn:microsoft.com/office/officeart/2005/8/layout/hierarchy1"/>
    <dgm:cxn modelId="{AECC94DC-D4B8-4D7D-8DB3-E23F1BD17A29}" type="presParOf" srcId="{4ACEE42B-DADD-4A50-BBA0-DCCA0F8589BE}" destId="{5B561188-9F57-4426-BB07-816820CC263C}" srcOrd="1" destOrd="0" presId="urn:microsoft.com/office/officeart/2005/8/layout/hierarchy1"/>
    <dgm:cxn modelId="{80CF1CFC-493F-4D28-B39C-153D63FB61DF}" type="presParOf" srcId="{5B561188-9F57-4426-BB07-816820CC263C}" destId="{C634B011-1533-444E-A7F0-307388C38760}" srcOrd="0" destOrd="0" presId="urn:microsoft.com/office/officeart/2005/8/layout/hierarchy1"/>
    <dgm:cxn modelId="{3FAB62DF-B610-4819-B640-76155F495EB3}" type="presParOf" srcId="{C634B011-1533-444E-A7F0-307388C38760}" destId="{D1555C4D-2532-4802-AC18-7269C9848E7F}" srcOrd="0" destOrd="0" presId="urn:microsoft.com/office/officeart/2005/8/layout/hierarchy1"/>
    <dgm:cxn modelId="{6BF7D063-0A41-4F9A-99D0-1DFEB21C6072}" type="presParOf" srcId="{C634B011-1533-444E-A7F0-307388C38760}" destId="{793AF304-1758-4718-94E8-F49126683E01}" srcOrd="1" destOrd="0" presId="urn:microsoft.com/office/officeart/2005/8/layout/hierarchy1"/>
    <dgm:cxn modelId="{4690BB31-66F5-4767-95CB-24E7AE09DB1E}" type="presParOf" srcId="{5B561188-9F57-4426-BB07-816820CC263C}" destId="{EF4B32D8-08EB-4D8C-8F63-CEF1ECC9D868}" srcOrd="1" destOrd="0" presId="urn:microsoft.com/office/officeart/2005/8/layout/hierarchy1"/>
    <dgm:cxn modelId="{435BC9A3-E939-4019-8AB3-45CF7E5D81AF}" type="presParOf" srcId="{4ACEE42B-DADD-4A50-BBA0-DCCA0F8589BE}" destId="{BD922967-D8F0-4C38-ABB3-0DC70F13C9AB}" srcOrd="2" destOrd="0" presId="urn:microsoft.com/office/officeart/2005/8/layout/hierarchy1"/>
    <dgm:cxn modelId="{6FF6D793-490C-4FA0-BDE7-0C553C76F6C0}" type="presParOf" srcId="{BD922967-D8F0-4C38-ABB3-0DC70F13C9AB}" destId="{ABEF4C66-8DAB-405C-AC81-E0B39B7D3C2F}" srcOrd="0" destOrd="0" presId="urn:microsoft.com/office/officeart/2005/8/layout/hierarchy1"/>
    <dgm:cxn modelId="{7CAA6087-4539-41C7-B28C-D74EC28DFFC5}" type="presParOf" srcId="{ABEF4C66-8DAB-405C-AC81-E0B39B7D3C2F}" destId="{57ADFE41-679F-4256-8496-BA52C3CA1D2A}" srcOrd="0" destOrd="0" presId="urn:microsoft.com/office/officeart/2005/8/layout/hierarchy1"/>
    <dgm:cxn modelId="{1E8C6215-0E0C-4A92-A036-1FBFED3E8C16}" type="presParOf" srcId="{ABEF4C66-8DAB-405C-AC81-E0B39B7D3C2F}" destId="{AADB5C12-A054-4356-AAD8-F816C5FF2452}" srcOrd="1" destOrd="0" presId="urn:microsoft.com/office/officeart/2005/8/layout/hierarchy1"/>
    <dgm:cxn modelId="{C4C74C20-A777-4848-B11E-62E6ADA0150B}" type="presParOf" srcId="{BD922967-D8F0-4C38-ABB3-0DC70F13C9AB}" destId="{20EC6E9C-411F-48E4-A18E-FAA70CCB75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321BD8-D153-44D5-A75E-E09DB37F9FC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D303E9D-9CB6-4117-893C-FCCFF91863CA}">
      <dgm:prSet/>
      <dgm:spPr/>
      <dgm:t>
        <a:bodyPr/>
        <a:lstStyle/>
        <a:p>
          <a:r>
            <a:rPr lang="en-US"/>
            <a:t>Input Image: Feed a resized and normalized image into the pretrained CNN encoder.</a:t>
          </a:r>
        </a:p>
      </dgm:t>
    </dgm:pt>
    <dgm:pt modelId="{AB837346-412C-4A66-B60C-592944778166}" type="parTrans" cxnId="{8A7529D5-A72D-41BF-B7A0-5309940A3CD5}">
      <dgm:prSet/>
      <dgm:spPr/>
      <dgm:t>
        <a:bodyPr/>
        <a:lstStyle/>
        <a:p>
          <a:endParaRPr lang="en-US"/>
        </a:p>
      </dgm:t>
    </dgm:pt>
    <dgm:pt modelId="{E196BD8F-0708-4F88-A663-C5BDC729C2CA}" type="sibTrans" cxnId="{8A7529D5-A72D-41BF-B7A0-5309940A3CD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521BFC3-3C1B-4403-9647-72AB9D82B57D}">
      <dgm:prSet/>
      <dgm:spPr/>
      <dgm:t>
        <a:bodyPr/>
        <a:lstStyle/>
        <a:p>
          <a:r>
            <a:rPr lang="en-US"/>
            <a:t>Feature Extraction: CNN outputs a feature vector representing the image.</a:t>
          </a:r>
        </a:p>
      </dgm:t>
    </dgm:pt>
    <dgm:pt modelId="{8CE9F7C7-B873-47F8-A26E-FF2C522BE701}" type="parTrans" cxnId="{5A0260A5-F618-4DD2-A267-2FA658040574}">
      <dgm:prSet/>
      <dgm:spPr/>
      <dgm:t>
        <a:bodyPr/>
        <a:lstStyle/>
        <a:p>
          <a:endParaRPr lang="en-US"/>
        </a:p>
      </dgm:t>
    </dgm:pt>
    <dgm:pt modelId="{61E1DE17-6326-4C7A-B8D1-545E38F6673C}" type="sibTrans" cxnId="{5A0260A5-F618-4DD2-A267-2FA65804057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874CB39-9F9C-4078-A58C-6A6893163380}">
      <dgm:prSet/>
      <dgm:spPr/>
      <dgm:t>
        <a:bodyPr/>
        <a:lstStyle/>
        <a:p>
          <a:r>
            <a:rPr lang="en-US"/>
            <a:t>Caption Sequence Input: Start with a special token (e.g., &lt;start&gt;).</a:t>
          </a:r>
        </a:p>
      </dgm:t>
    </dgm:pt>
    <dgm:pt modelId="{31720007-6113-4DC2-90D6-F4BF97B39BEF}" type="parTrans" cxnId="{B03C5A90-1775-42D7-8142-BEE98866D1E5}">
      <dgm:prSet/>
      <dgm:spPr/>
      <dgm:t>
        <a:bodyPr/>
        <a:lstStyle/>
        <a:p>
          <a:endParaRPr lang="en-US"/>
        </a:p>
      </dgm:t>
    </dgm:pt>
    <dgm:pt modelId="{6D7212C8-70D8-4ECA-BE5E-385B2CF5545F}" type="sibTrans" cxnId="{B03C5A90-1775-42D7-8142-BEE98866D1E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788EE73-427B-47A0-92B5-C3ED0DFEE60E}">
      <dgm:prSet/>
      <dgm:spPr/>
      <dgm:t>
        <a:bodyPr/>
        <a:lstStyle/>
        <a:p>
          <a:r>
            <a:rPr lang="en-US" dirty="0"/>
            <a:t>Word Prediction: The LSTM decoder takes the image features and previously generated words to predict the next word.</a:t>
          </a:r>
        </a:p>
      </dgm:t>
    </dgm:pt>
    <dgm:pt modelId="{319EA8DC-FB27-42AA-922E-E3F0F7D4C09A}" type="parTrans" cxnId="{58739D5A-562C-4EDA-AD37-802251C95512}">
      <dgm:prSet/>
      <dgm:spPr/>
      <dgm:t>
        <a:bodyPr/>
        <a:lstStyle/>
        <a:p>
          <a:endParaRPr lang="en-US"/>
        </a:p>
      </dgm:t>
    </dgm:pt>
    <dgm:pt modelId="{0D20499A-EEEA-4A66-9E2B-55CD0E2A4896}" type="sibTrans" cxnId="{58739D5A-562C-4EDA-AD37-802251C95512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F5A725C-221C-47DD-A11D-18450035E772}">
      <dgm:prSet/>
      <dgm:spPr/>
      <dgm:t>
        <a:bodyPr/>
        <a:lstStyle/>
        <a:p>
          <a:r>
            <a:rPr lang="en-US"/>
            <a:t>Repeat Step  until the LSTM outputs an &lt;end&gt; token or max caption length is reached.</a:t>
          </a:r>
        </a:p>
      </dgm:t>
    </dgm:pt>
    <dgm:pt modelId="{CD1F703A-D170-49A0-A017-4238C65F1A7B}" type="parTrans" cxnId="{55A9F994-36E9-4E8C-AF4E-5B778DCC96DF}">
      <dgm:prSet/>
      <dgm:spPr/>
      <dgm:t>
        <a:bodyPr/>
        <a:lstStyle/>
        <a:p>
          <a:endParaRPr lang="en-US"/>
        </a:p>
      </dgm:t>
    </dgm:pt>
    <dgm:pt modelId="{D845B4F2-1E43-4727-A139-0E58D339824D}" type="sibTrans" cxnId="{55A9F994-36E9-4E8C-AF4E-5B778DCC96DF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87C5A181-CA01-4F0D-9E31-245F71E6A39A}">
      <dgm:prSet/>
      <dgm:spPr/>
      <dgm:t>
        <a:bodyPr/>
        <a:lstStyle/>
        <a:p>
          <a:r>
            <a:rPr lang="en-US"/>
            <a:t>Output: Collected predicted words form the caption.</a:t>
          </a:r>
        </a:p>
      </dgm:t>
    </dgm:pt>
    <dgm:pt modelId="{E6AF88C8-F265-4835-B07F-8D9D57A27F4D}" type="parTrans" cxnId="{9A66753B-3200-4CCF-9EF1-5F9B5504DF60}">
      <dgm:prSet/>
      <dgm:spPr/>
      <dgm:t>
        <a:bodyPr/>
        <a:lstStyle/>
        <a:p>
          <a:endParaRPr lang="en-US"/>
        </a:p>
      </dgm:t>
    </dgm:pt>
    <dgm:pt modelId="{3BAF972D-9163-48F0-AD52-EDE05621BCE0}" type="sibTrans" cxnId="{9A66753B-3200-4CCF-9EF1-5F9B5504DF60}">
      <dgm:prSet phldrT="6" phldr="0"/>
      <dgm:spPr/>
      <dgm:t>
        <a:bodyPr/>
        <a:lstStyle/>
        <a:p>
          <a:endParaRPr lang="en-US"/>
        </a:p>
      </dgm:t>
    </dgm:pt>
    <dgm:pt modelId="{F2ADEDE2-6689-487A-A207-6D01E90263ED}" type="pres">
      <dgm:prSet presAssocID="{C5321BD8-D153-44D5-A75E-E09DB37F9FC7}" presName="Name0" presStyleCnt="0">
        <dgm:presLayoutVars>
          <dgm:dir/>
          <dgm:resizeHandles val="exact"/>
        </dgm:presLayoutVars>
      </dgm:prSet>
      <dgm:spPr/>
    </dgm:pt>
    <dgm:pt modelId="{312F367A-CC13-4940-BD66-FF0F90199EF9}" type="pres">
      <dgm:prSet presAssocID="{AD303E9D-9CB6-4117-893C-FCCFF91863CA}" presName="node" presStyleLbl="node1" presStyleIdx="0" presStyleCnt="6">
        <dgm:presLayoutVars>
          <dgm:bulletEnabled val="1"/>
        </dgm:presLayoutVars>
      </dgm:prSet>
      <dgm:spPr/>
    </dgm:pt>
    <dgm:pt modelId="{686E61B7-9EEA-4A43-9B62-3C7A17231092}" type="pres">
      <dgm:prSet presAssocID="{E196BD8F-0708-4F88-A663-C5BDC729C2CA}" presName="sibTrans" presStyleLbl="sibTrans1D1" presStyleIdx="0" presStyleCnt="5"/>
      <dgm:spPr/>
    </dgm:pt>
    <dgm:pt modelId="{0BED6DFD-C204-42BB-984C-E83C9D5A4466}" type="pres">
      <dgm:prSet presAssocID="{E196BD8F-0708-4F88-A663-C5BDC729C2CA}" presName="connectorText" presStyleLbl="sibTrans1D1" presStyleIdx="0" presStyleCnt="5"/>
      <dgm:spPr/>
    </dgm:pt>
    <dgm:pt modelId="{1988CD58-732D-4210-96DB-97934CBF360A}" type="pres">
      <dgm:prSet presAssocID="{2521BFC3-3C1B-4403-9647-72AB9D82B57D}" presName="node" presStyleLbl="node1" presStyleIdx="1" presStyleCnt="6">
        <dgm:presLayoutVars>
          <dgm:bulletEnabled val="1"/>
        </dgm:presLayoutVars>
      </dgm:prSet>
      <dgm:spPr/>
    </dgm:pt>
    <dgm:pt modelId="{FABB7E40-7A12-4212-853B-96619825C9C6}" type="pres">
      <dgm:prSet presAssocID="{61E1DE17-6326-4C7A-B8D1-545E38F6673C}" presName="sibTrans" presStyleLbl="sibTrans1D1" presStyleIdx="1" presStyleCnt="5"/>
      <dgm:spPr/>
    </dgm:pt>
    <dgm:pt modelId="{6B16CD88-410D-477B-9C34-FFDFA50C633F}" type="pres">
      <dgm:prSet presAssocID="{61E1DE17-6326-4C7A-B8D1-545E38F6673C}" presName="connectorText" presStyleLbl="sibTrans1D1" presStyleIdx="1" presStyleCnt="5"/>
      <dgm:spPr/>
    </dgm:pt>
    <dgm:pt modelId="{80E622B2-B9F9-4118-B16A-6EED88C63947}" type="pres">
      <dgm:prSet presAssocID="{5874CB39-9F9C-4078-A58C-6A6893163380}" presName="node" presStyleLbl="node1" presStyleIdx="2" presStyleCnt="6">
        <dgm:presLayoutVars>
          <dgm:bulletEnabled val="1"/>
        </dgm:presLayoutVars>
      </dgm:prSet>
      <dgm:spPr/>
    </dgm:pt>
    <dgm:pt modelId="{FF11727E-3959-4536-B0DC-9A3824B19312}" type="pres">
      <dgm:prSet presAssocID="{6D7212C8-70D8-4ECA-BE5E-385B2CF5545F}" presName="sibTrans" presStyleLbl="sibTrans1D1" presStyleIdx="2" presStyleCnt="5"/>
      <dgm:spPr/>
    </dgm:pt>
    <dgm:pt modelId="{957F7E80-DF65-4257-B16B-39E0614EF02A}" type="pres">
      <dgm:prSet presAssocID="{6D7212C8-70D8-4ECA-BE5E-385B2CF5545F}" presName="connectorText" presStyleLbl="sibTrans1D1" presStyleIdx="2" presStyleCnt="5"/>
      <dgm:spPr/>
    </dgm:pt>
    <dgm:pt modelId="{6728F298-CA75-4B77-9610-A5350C73827A}" type="pres">
      <dgm:prSet presAssocID="{1788EE73-427B-47A0-92B5-C3ED0DFEE60E}" presName="node" presStyleLbl="node1" presStyleIdx="3" presStyleCnt="6">
        <dgm:presLayoutVars>
          <dgm:bulletEnabled val="1"/>
        </dgm:presLayoutVars>
      </dgm:prSet>
      <dgm:spPr/>
    </dgm:pt>
    <dgm:pt modelId="{F6008077-5162-48EE-8208-2F09A3A82493}" type="pres">
      <dgm:prSet presAssocID="{0D20499A-EEEA-4A66-9E2B-55CD0E2A4896}" presName="sibTrans" presStyleLbl="sibTrans1D1" presStyleIdx="3" presStyleCnt="5"/>
      <dgm:spPr/>
    </dgm:pt>
    <dgm:pt modelId="{3E827B2B-000C-4B6B-BD8A-B9DD46316E1A}" type="pres">
      <dgm:prSet presAssocID="{0D20499A-EEEA-4A66-9E2B-55CD0E2A4896}" presName="connectorText" presStyleLbl="sibTrans1D1" presStyleIdx="3" presStyleCnt="5"/>
      <dgm:spPr/>
    </dgm:pt>
    <dgm:pt modelId="{339FBB42-67D4-46A4-81C3-371A6C0915CB}" type="pres">
      <dgm:prSet presAssocID="{EF5A725C-221C-47DD-A11D-18450035E772}" presName="node" presStyleLbl="node1" presStyleIdx="4" presStyleCnt="6">
        <dgm:presLayoutVars>
          <dgm:bulletEnabled val="1"/>
        </dgm:presLayoutVars>
      </dgm:prSet>
      <dgm:spPr/>
    </dgm:pt>
    <dgm:pt modelId="{4BB0F00E-49BA-4293-BA8F-D436F036B353}" type="pres">
      <dgm:prSet presAssocID="{D845B4F2-1E43-4727-A139-0E58D339824D}" presName="sibTrans" presStyleLbl="sibTrans1D1" presStyleIdx="4" presStyleCnt="5"/>
      <dgm:spPr/>
    </dgm:pt>
    <dgm:pt modelId="{15D6E5B2-F7FC-4F31-A81A-62708A89D05F}" type="pres">
      <dgm:prSet presAssocID="{D845B4F2-1E43-4727-A139-0E58D339824D}" presName="connectorText" presStyleLbl="sibTrans1D1" presStyleIdx="4" presStyleCnt="5"/>
      <dgm:spPr/>
    </dgm:pt>
    <dgm:pt modelId="{0797955A-31CB-4479-9EC8-6DB6BA91601B}" type="pres">
      <dgm:prSet presAssocID="{87C5A181-CA01-4F0D-9E31-245F71E6A39A}" presName="node" presStyleLbl="node1" presStyleIdx="5" presStyleCnt="6">
        <dgm:presLayoutVars>
          <dgm:bulletEnabled val="1"/>
        </dgm:presLayoutVars>
      </dgm:prSet>
      <dgm:spPr/>
    </dgm:pt>
  </dgm:ptLst>
  <dgm:cxnLst>
    <dgm:cxn modelId="{61A9A800-9C8C-46F3-8739-4EB8838A6458}" type="presOf" srcId="{0D20499A-EEEA-4A66-9E2B-55CD0E2A4896}" destId="{3E827B2B-000C-4B6B-BD8A-B9DD46316E1A}" srcOrd="1" destOrd="0" presId="urn:microsoft.com/office/officeart/2016/7/layout/RepeatingBendingProcessNew"/>
    <dgm:cxn modelId="{66F2B616-DD8A-4BD5-BB32-166DD85F4060}" type="presOf" srcId="{6D7212C8-70D8-4ECA-BE5E-385B2CF5545F}" destId="{957F7E80-DF65-4257-B16B-39E0614EF02A}" srcOrd="1" destOrd="0" presId="urn:microsoft.com/office/officeart/2016/7/layout/RepeatingBendingProcessNew"/>
    <dgm:cxn modelId="{DB95C018-C90D-4865-B1D4-81DCF61D1119}" type="presOf" srcId="{5874CB39-9F9C-4078-A58C-6A6893163380}" destId="{80E622B2-B9F9-4118-B16A-6EED88C63947}" srcOrd="0" destOrd="0" presId="urn:microsoft.com/office/officeart/2016/7/layout/RepeatingBendingProcessNew"/>
    <dgm:cxn modelId="{3BE0F625-30EA-4608-82F7-B3AF4543C801}" type="presOf" srcId="{0D20499A-EEEA-4A66-9E2B-55CD0E2A4896}" destId="{F6008077-5162-48EE-8208-2F09A3A82493}" srcOrd="0" destOrd="0" presId="urn:microsoft.com/office/officeart/2016/7/layout/RepeatingBendingProcessNew"/>
    <dgm:cxn modelId="{A153E026-0B3C-458E-92B5-8080FAC94AE8}" type="presOf" srcId="{E196BD8F-0708-4F88-A663-C5BDC729C2CA}" destId="{686E61B7-9EEA-4A43-9B62-3C7A17231092}" srcOrd="0" destOrd="0" presId="urn:microsoft.com/office/officeart/2016/7/layout/RepeatingBendingProcessNew"/>
    <dgm:cxn modelId="{98057927-B6FE-4498-80E5-52ECA0606E73}" type="presOf" srcId="{C5321BD8-D153-44D5-A75E-E09DB37F9FC7}" destId="{F2ADEDE2-6689-487A-A207-6D01E90263ED}" srcOrd="0" destOrd="0" presId="urn:microsoft.com/office/officeart/2016/7/layout/RepeatingBendingProcessNew"/>
    <dgm:cxn modelId="{9A66753B-3200-4CCF-9EF1-5F9B5504DF60}" srcId="{C5321BD8-D153-44D5-A75E-E09DB37F9FC7}" destId="{87C5A181-CA01-4F0D-9E31-245F71E6A39A}" srcOrd="5" destOrd="0" parTransId="{E6AF88C8-F265-4835-B07F-8D9D57A27F4D}" sibTransId="{3BAF972D-9163-48F0-AD52-EDE05621BCE0}"/>
    <dgm:cxn modelId="{0F5AAA6A-33F2-4574-94DD-D261A224853C}" type="presOf" srcId="{2521BFC3-3C1B-4403-9647-72AB9D82B57D}" destId="{1988CD58-732D-4210-96DB-97934CBF360A}" srcOrd="0" destOrd="0" presId="urn:microsoft.com/office/officeart/2016/7/layout/RepeatingBendingProcessNew"/>
    <dgm:cxn modelId="{13D31A71-E68C-45E6-8870-791DB6173B1C}" type="presOf" srcId="{6D7212C8-70D8-4ECA-BE5E-385B2CF5545F}" destId="{FF11727E-3959-4536-B0DC-9A3824B19312}" srcOrd="0" destOrd="0" presId="urn:microsoft.com/office/officeart/2016/7/layout/RepeatingBendingProcessNew"/>
    <dgm:cxn modelId="{64A49E76-0D20-41E8-B71A-ACAF8DC417A5}" type="presOf" srcId="{D845B4F2-1E43-4727-A139-0E58D339824D}" destId="{4BB0F00E-49BA-4293-BA8F-D436F036B353}" srcOrd="0" destOrd="0" presId="urn:microsoft.com/office/officeart/2016/7/layout/RepeatingBendingProcessNew"/>
    <dgm:cxn modelId="{58739D5A-562C-4EDA-AD37-802251C95512}" srcId="{C5321BD8-D153-44D5-A75E-E09DB37F9FC7}" destId="{1788EE73-427B-47A0-92B5-C3ED0DFEE60E}" srcOrd="3" destOrd="0" parTransId="{319EA8DC-FB27-42AA-922E-E3F0F7D4C09A}" sibTransId="{0D20499A-EEEA-4A66-9E2B-55CD0E2A4896}"/>
    <dgm:cxn modelId="{9178817C-F908-480C-B11E-2A167B3EA5A2}" type="presOf" srcId="{61E1DE17-6326-4C7A-B8D1-545E38F6673C}" destId="{6B16CD88-410D-477B-9C34-FFDFA50C633F}" srcOrd="1" destOrd="0" presId="urn:microsoft.com/office/officeart/2016/7/layout/RepeatingBendingProcessNew"/>
    <dgm:cxn modelId="{B03C5A90-1775-42D7-8142-BEE98866D1E5}" srcId="{C5321BD8-D153-44D5-A75E-E09DB37F9FC7}" destId="{5874CB39-9F9C-4078-A58C-6A6893163380}" srcOrd="2" destOrd="0" parTransId="{31720007-6113-4DC2-90D6-F4BF97B39BEF}" sibTransId="{6D7212C8-70D8-4ECA-BE5E-385B2CF5545F}"/>
    <dgm:cxn modelId="{55A9F994-36E9-4E8C-AF4E-5B778DCC96DF}" srcId="{C5321BD8-D153-44D5-A75E-E09DB37F9FC7}" destId="{EF5A725C-221C-47DD-A11D-18450035E772}" srcOrd="4" destOrd="0" parTransId="{CD1F703A-D170-49A0-A017-4238C65F1A7B}" sibTransId="{D845B4F2-1E43-4727-A139-0E58D339824D}"/>
    <dgm:cxn modelId="{F22B3798-0DE2-4739-8813-4FEF04CDC609}" type="presOf" srcId="{61E1DE17-6326-4C7A-B8D1-545E38F6673C}" destId="{FABB7E40-7A12-4212-853B-96619825C9C6}" srcOrd="0" destOrd="0" presId="urn:microsoft.com/office/officeart/2016/7/layout/RepeatingBendingProcessNew"/>
    <dgm:cxn modelId="{5A0260A5-F618-4DD2-A267-2FA658040574}" srcId="{C5321BD8-D153-44D5-A75E-E09DB37F9FC7}" destId="{2521BFC3-3C1B-4403-9647-72AB9D82B57D}" srcOrd="1" destOrd="0" parTransId="{8CE9F7C7-B873-47F8-A26E-FF2C522BE701}" sibTransId="{61E1DE17-6326-4C7A-B8D1-545E38F6673C}"/>
    <dgm:cxn modelId="{ECDDEEA9-D2CA-4740-B88C-60C13A365BF2}" type="presOf" srcId="{E196BD8F-0708-4F88-A663-C5BDC729C2CA}" destId="{0BED6DFD-C204-42BB-984C-E83C9D5A4466}" srcOrd="1" destOrd="0" presId="urn:microsoft.com/office/officeart/2016/7/layout/RepeatingBendingProcessNew"/>
    <dgm:cxn modelId="{871FC3AB-1824-47E0-A760-90C1DA482233}" type="presOf" srcId="{D845B4F2-1E43-4727-A139-0E58D339824D}" destId="{15D6E5B2-F7FC-4F31-A81A-62708A89D05F}" srcOrd="1" destOrd="0" presId="urn:microsoft.com/office/officeart/2016/7/layout/RepeatingBendingProcessNew"/>
    <dgm:cxn modelId="{2D6839BA-8C04-4B5C-BAFD-821D59C94408}" type="presOf" srcId="{1788EE73-427B-47A0-92B5-C3ED0DFEE60E}" destId="{6728F298-CA75-4B77-9610-A5350C73827A}" srcOrd="0" destOrd="0" presId="urn:microsoft.com/office/officeart/2016/7/layout/RepeatingBendingProcessNew"/>
    <dgm:cxn modelId="{8A7529D5-A72D-41BF-B7A0-5309940A3CD5}" srcId="{C5321BD8-D153-44D5-A75E-E09DB37F9FC7}" destId="{AD303E9D-9CB6-4117-893C-FCCFF91863CA}" srcOrd="0" destOrd="0" parTransId="{AB837346-412C-4A66-B60C-592944778166}" sibTransId="{E196BD8F-0708-4F88-A663-C5BDC729C2CA}"/>
    <dgm:cxn modelId="{122349DE-04C0-4E68-A90C-41A49EB225C5}" type="presOf" srcId="{AD303E9D-9CB6-4117-893C-FCCFF91863CA}" destId="{312F367A-CC13-4940-BD66-FF0F90199EF9}" srcOrd="0" destOrd="0" presId="urn:microsoft.com/office/officeart/2016/7/layout/RepeatingBendingProcessNew"/>
    <dgm:cxn modelId="{7DB0FEE4-1BE0-4592-94CE-7CFB937ADF54}" type="presOf" srcId="{87C5A181-CA01-4F0D-9E31-245F71E6A39A}" destId="{0797955A-31CB-4479-9EC8-6DB6BA91601B}" srcOrd="0" destOrd="0" presId="urn:microsoft.com/office/officeart/2016/7/layout/RepeatingBendingProcessNew"/>
    <dgm:cxn modelId="{AA4EC9E8-7D12-41A6-B893-F47F8F42D773}" type="presOf" srcId="{EF5A725C-221C-47DD-A11D-18450035E772}" destId="{339FBB42-67D4-46A4-81C3-371A6C0915CB}" srcOrd="0" destOrd="0" presId="urn:microsoft.com/office/officeart/2016/7/layout/RepeatingBendingProcessNew"/>
    <dgm:cxn modelId="{67F09315-ED29-43E1-8EDE-D32CF0730433}" type="presParOf" srcId="{F2ADEDE2-6689-487A-A207-6D01E90263ED}" destId="{312F367A-CC13-4940-BD66-FF0F90199EF9}" srcOrd="0" destOrd="0" presId="urn:microsoft.com/office/officeart/2016/7/layout/RepeatingBendingProcessNew"/>
    <dgm:cxn modelId="{D1833E6E-31DE-457A-907B-1B000EF4AD1F}" type="presParOf" srcId="{F2ADEDE2-6689-487A-A207-6D01E90263ED}" destId="{686E61B7-9EEA-4A43-9B62-3C7A17231092}" srcOrd="1" destOrd="0" presId="urn:microsoft.com/office/officeart/2016/7/layout/RepeatingBendingProcessNew"/>
    <dgm:cxn modelId="{190E0199-D1F9-4E46-8447-3A2E14453EA9}" type="presParOf" srcId="{686E61B7-9EEA-4A43-9B62-3C7A17231092}" destId="{0BED6DFD-C204-42BB-984C-E83C9D5A4466}" srcOrd="0" destOrd="0" presId="urn:microsoft.com/office/officeart/2016/7/layout/RepeatingBendingProcessNew"/>
    <dgm:cxn modelId="{F4B523B5-AC36-45B8-A509-B11F29BAF973}" type="presParOf" srcId="{F2ADEDE2-6689-487A-A207-6D01E90263ED}" destId="{1988CD58-732D-4210-96DB-97934CBF360A}" srcOrd="2" destOrd="0" presId="urn:microsoft.com/office/officeart/2016/7/layout/RepeatingBendingProcessNew"/>
    <dgm:cxn modelId="{0AD7927B-9B48-4420-BE1E-C3E28C584C53}" type="presParOf" srcId="{F2ADEDE2-6689-487A-A207-6D01E90263ED}" destId="{FABB7E40-7A12-4212-853B-96619825C9C6}" srcOrd="3" destOrd="0" presId="urn:microsoft.com/office/officeart/2016/7/layout/RepeatingBendingProcessNew"/>
    <dgm:cxn modelId="{C323EF9F-D43A-4B38-AF1B-40926B11A095}" type="presParOf" srcId="{FABB7E40-7A12-4212-853B-96619825C9C6}" destId="{6B16CD88-410D-477B-9C34-FFDFA50C633F}" srcOrd="0" destOrd="0" presId="urn:microsoft.com/office/officeart/2016/7/layout/RepeatingBendingProcessNew"/>
    <dgm:cxn modelId="{BB656597-2414-4CD0-945D-AAB6B888032F}" type="presParOf" srcId="{F2ADEDE2-6689-487A-A207-6D01E90263ED}" destId="{80E622B2-B9F9-4118-B16A-6EED88C63947}" srcOrd="4" destOrd="0" presId="urn:microsoft.com/office/officeart/2016/7/layout/RepeatingBendingProcessNew"/>
    <dgm:cxn modelId="{0F2DD12C-C4DB-4524-A4E8-915A91B6E25F}" type="presParOf" srcId="{F2ADEDE2-6689-487A-A207-6D01E90263ED}" destId="{FF11727E-3959-4536-B0DC-9A3824B19312}" srcOrd="5" destOrd="0" presId="urn:microsoft.com/office/officeart/2016/7/layout/RepeatingBendingProcessNew"/>
    <dgm:cxn modelId="{670535A4-1CC1-448A-A206-3F2812284B3A}" type="presParOf" srcId="{FF11727E-3959-4536-B0DC-9A3824B19312}" destId="{957F7E80-DF65-4257-B16B-39E0614EF02A}" srcOrd="0" destOrd="0" presId="urn:microsoft.com/office/officeart/2016/7/layout/RepeatingBendingProcessNew"/>
    <dgm:cxn modelId="{04B8E83E-2853-4F4F-918D-191C9A654759}" type="presParOf" srcId="{F2ADEDE2-6689-487A-A207-6D01E90263ED}" destId="{6728F298-CA75-4B77-9610-A5350C73827A}" srcOrd="6" destOrd="0" presId="urn:microsoft.com/office/officeart/2016/7/layout/RepeatingBendingProcessNew"/>
    <dgm:cxn modelId="{ACEB2835-F365-4BC8-AEF9-56FF173D1263}" type="presParOf" srcId="{F2ADEDE2-6689-487A-A207-6D01E90263ED}" destId="{F6008077-5162-48EE-8208-2F09A3A82493}" srcOrd="7" destOrd="0" presId="urn:microsoft.com/office/officeart/2016/7/layout/RepeatingBendingProcessNew"/>
    <dgm:cxn modelId="{7F372683-EB13-4860-8F6C-F0EBF15C076C}" type="presParOf" srcId="{F6008077-5162-48EE-8208-2F09A3A82493}" destId="{3E827B2B-000C-4B6B-BD8A-B9DD46316E1A}" srcOrd="0" destOrd="0" presId="urn:microsoft.com/office/officeart/2016/7/layout/RepeatingBendingProcessNew"/>
    <dgm:cxn modelId="{06AB440B-0359-46A6-8AC9-BE5DFE20D364}" type="presParOf" srcId="{F2ADEDE2-6689-487A-A207-6D01E90263ED}" destId="{339FBB42-67D4-46A4-81C3-371A6C0915CB}" srcOrd="8" destOrd="0" presId="urn:microsoft.com/office/officeart/2016/7/layout/RepeatingBendingProcessNew"/>
    <dgm:cxn modelId="{2D7E1153-A241-4199-94F4-5DD50458A91A}" type="presParOf" srcId="{F2ADEDE2-6689-487A-A207-6D01E90263ED}" destId="{4BB0F00E-49BA-4293-BA8F-D436F036B353}" srcOrd="9" destOrd="0" presId="urn:microsoft.com/office/officeart/2016/7/layout/RepeatingBendingProcessNew"/>
    <dgm:cxn modelId="{13ECF847-FC13-4995-B4CB-8CAB1DA7489C}" type="presParOf" srcId="{4BB0F00E-49BA-4293-BA8F-D436F036B353}" destId="{15D6E5B2-F7FC-4F31-A81A-62708A89D05F}" srcOrd="0" destOrd="0" presId="urn:microsoft.com/office/officeart/2016/7/layout/RepeatingBendingProcessNew"/>
    <dgm:cxn modelId="{D7D43D23-E039-42F4-A67F-DAF78778CC57}" type="presParOf" srcId="{F2ADEDE2-6689-487A-A207-6D01E90263ED}" destId="{0797955A-31CB-4479-9EC8-6DB6BA91601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FB5F31-726D-476C-B074-FDC973FA67F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D095CE-39F5-47AF-A907-37BD8045F362}">
      <dgm:prSet/>
      <dgm:spPr/>
      <dgm:t>
        <a:bodyPr/>
        <a:lstStyle/>
        <a:p>
          <a:r>
            <a:rPr lang="en-US"/>
            <a:t>Data Collection: Use publicly available datasets (e.g., Flickr8k or MS COCO) that have images paired with captions.</a:t>
          </a:r>
        </a:p>
      </dgm:t>
    </dgm:pt>
    <dgm:pt modelId="{0362690F-60BC-431C-91F7-63DFBD971AD9}" type="parTrans" cxnId="{358F25D1-71AF-4AF0-A8B8-5607070EA60C}">
      <dgm:prSet/>
      <dgm:spPr/>
      <dgm:t>
        <a:bodyPr/>
        <a:lstStyle/>
        <a:p>
          <a:endParaRPr lang="en-US"/>
        </a:p>
      </dgm:t>
    </dgm:pt>
    <dgm:pt modelId="{AFA8ABBF-6366-4B60-BF6B-361438760E5C}" type="sibTrans" cxnId="{358F25D1-71AF-4AF0-A8B8-5607070EA60C}">
      <dgm:prSet/>
      <dgm:spPr/>
      <dgm:t>
        <a:bodyPr/>
        <a:lstStyle/>
        <a:p>
          <a:endParaRPr lang="en-US"/>
        </a:p>
      </dgm:t>
    </dgm:pt>
    <dgm:pt modelId="{260FC9AD-8095-4C00-A779-31AECA793EDF}">
      <dgm:prSet/>
      <dgm:spPr/>
      <dgm:t>
        <a:bodyPr/>
        <a:lstStyle/>
        <a:p>
          <a:r>
            <a:rPr lang="en-US"/>
            <a:t>Data Preprocessing:</a:t>
          </a:r>
        </a:p>
      </dgm:t>
    </dgm:pt>
    <dgm:pt modelId="{F46ADE7C-C2F5-4E4C-AE61-ACA108F916C5}" type="parTrans" cxnId="{EBDEF78D-7833-4563-8B63-2762CE98C3AA}">
      <dgm:prSet/>
      <dgm:spPr/>
      <dgm:t>
        <a:bodyPr/>
        <a:lstStyle/>
        <a:p>
          <a:endParaRPr lang="en-US"/>
        </a:p>
      </dgm:t>
    </dgm:pt>
    <dgm:pt modelId="{7DD5F29B-CD3D-4BE2-9A61-44E67F3877C3}" type="sibTrans" cxnId="{EBDEF78D-7833-4563-8B63-2762CE98C3AA}">
      <dgm:prSet/>
      <dgm:spPr/>
      <dgm:t>
        <a:bodyPr/>
        <a:lstStyle/>
        <a:p>
          <a:endParaRPr lang="en-US"/>
        </a:p>
      </dgm:t>
    </dgm:pt>
    <dgm:pt modelId="{DF04DBC6-3D3C-411E-AF9A-07463310AF63}">
      <dgm:prSet/>
      <dgm:spPr/>
      <dgm:t>
        <a:bodyPr/>
        <a:lstStyle/>
        <a:p>
          <a:r>
            <a:rPr lang="en-US"/>
            <a:t>Resize and normalize all images.</a:t>
          </a:r>
        </a:p>
      </dgm:t>
    </dgm:pt>
    <dgm:pt modelId="{6B359496-EAB7-4C9A-B135-7D442FF9807E}" type="parTrans" cxnId="{CDFC21BB-C7EC-4300-99F4-84D2930B78D2}">
      <dgm:prSet/>
      <dgm:spPr/>
      <dgm:t>
        <a:bodyPr/>
        <a:lstStyle/>
        <a:p>
          <a:endParaRPr lang="en-US"/>
        </a:p>
      </dgm:t>
    </dgm:pt>
    <dgm:pt modelId="{30139512-F220-4987-96CE-ED127446D581}" type="sibTrans" cxnId="{CDFC21BB-C7EC-4300-99F4-84D2930B78D2}">
      <dgm:prSet/>
      <dgm:spPr/>
      <dgm:t>
        <a:bodyPr/>
        <a:lstStyle/>
        <a:p>
          <a:endParaRPr lang="en-US"/>
        </a:p>
      </dgm:t>
    </dgm:pt>
    <dgm:pt modelId="{C280F4A1-FB45-4DD3-80EE-320A302E2B09}">
      <dgm:prSet/>
      <dgm:spPr/>
      <dgm:t>
        <a:bodyPr/>
        <a:lstStyle/>
        <a:p>
          <a:r>
            <a:rPr lang="en-US"/>
            <a:t>Tokenize captions, turn words into integers, pad to fixed length, and add &lt;start&gt; and &lt;end&gt; tokens.</a:t>
          </a:r>
        </a:p>
      </dgm:t>
    </dgm:pt>
    <dgm:pt modelId="{C7F0A7D7-8C02-421A-83F8-4BB3E128EA74}" type="parTrans" cxnId="{40721E4C-4432-4F48-89BD-30E6CA0CDF75}">
      <dgm:prSet/>
      <dgm:spPr/>
      <dgm:t>
        <a:bodyPr/>
        <a:lstStyle/>
        <a:p>
          <a:endParaRPr lang="en-US"/>
        </a:p>
      </dgm:t>
    </dgm:pt>
    <dgm:pt modelId="{B2B451C7-1132-4C4F-95D6-1F00ED9A8ED1}" type="sibTrans" cxnId="{40721E4C-4432-4F48-89BD-30E6CA0CDF75}">
      <dgm:prSet/>
      <dgm:spPr/>
      <dgm:t>
        <a:bodyPr/>
        <a:lstStyle/>
        <a:p>
          <a:endParaRPr lang="en-US"/>
        </a:p>
      </dgm:t>
    </dgm:pt>
    <dgm:pt modelId="{0472061C-58D4-4C9E-AE19-7B344EA17064}">
      <dgm:prSet/>
      <dgm:spPr/>
      <dgm:t>
        <a:bodyPr/>
        <a:lstStyle/>
        <a:p>
          <a:r>
            <a:rPr lang="en-US"/>
            <a:t>Model Building:</a:t>
          </a:r>
        </a:p>
      </dgm:t>
    </dgm:pt>
    <dgm:pt modelId="{70AC6A22-7878-4164-A4E7-48E36D524FA8}" type="parTrans" cxnId="{4AE6A54D-79EF-4EAC-9FA5-1A18A85C542D}">
      <dgm:prSet/>
      <dgm:spPr/>
      <dgm:t>
        <a:bodyPr/>
        <a:lstStyle/>
        <a:p>
          <a:endParaRPr lang="en-US"/>
        </a:p>
      </dgm:t>
    </dgm:pt>
    <dgm:pt modelId="{1A298BB2-C025-44E3-900D-5F81EA297FFC}" type="sibTrans" cxnId="{4AE6A54D-79EF-4EAC-9FA5-1A18A85C542D}">
      <dgm:prSet/>
      <dgm:spPr/>
      <dgm:t>
        <a:bodyPr/>
        <a:lstStyle/>
        <a:p>
          <a:endParaRPr lang="en-US"/>
        </a:p>
      </dgm:t>
    </dgm:pt>
    <dgm:pt modelId="{64E0DB6F-0200-44F9-8F52-F879A7099F89}">
      <dgm:prSet/>
      <dgm:spPr/>
      <dgm:t>
        <a:bodyPr/>
        <a:lstStyle/>
        <a:p>
          <a:r>
            <a:rPr lang="en-US"/>
            <a:t>Use a pretrained CNN without its output layer as encoder.</a:t>
          </a:r>
        </a:p>
      </dgm:t>
    </dgm:pt>
    <dgm:pt modelId="{FFE9B6FE-2ADF-4B84-9FCD-B6550F4B2E21}" type="parTrans" cxnId="{8185A129-B69D-4875-9E99-1C98E3E66540}">
      <dgm:prSet/>
      <dgm:spPr/>
      <dgm:t>
        <a:bodyPr/>
        <a:lstStyle/>
        <a:p>
          <a:endParaRPr lang="en-US"/>
        </a:p>
      </dgm:t>
    </dgm:pt>
    <dgm:pt modelId="{6CE2F4A0-FC4C-4622-8433-8EB7CCC21884}" type="sibTrans" cxnId="{8185A129-B69D-4875-9E99-1C98E3E66540}">
      <dgm:prSet/>
      <dgm:spPr/>
      <dgm:t>
        <a:bodyPr/>
        <a:lstStyle/>
        <a:p>
          <a:endParaRPr lang="en-US"/>
        </a:p>
      </dgm:t>
    </dgm:pt>
    <dgm:pt modelId="{4E882932-F793-484A-96EA-0EA6B198AC94}">
      <dgm:prSet/>
      <dgm:spPr/>
      <dgm:t>
        <a:bodyPr/>
        <a:lstStyle/>
        <a:p>
          <a:r>
            <a:rPr lang="en-US"/>
            <a:t>Build an LSTM-based decoder with embedding and output layers.</a:t>
          </a:r>
        </a:p>
      </dgm:t>
    </dgm:pt>
    <dgm:pt modelId="{F376C36B-413E-466B-87A1-558AC6E1059F}" type="parTrans" cxnId="{6F4453CC-C418-402C-92B0-2BAC60C4FCA8}">
      <dgm:prSet/>
      <dgm:spPr/>
      <dgm:t>
        <a:bodyPr/>
        <a:lstStyle/>
        <a:p>
          <a:endParaRPr lang="en-US"/>
        </a:p>
      </dgm:t>
    </dgm:pt>
    <dgm:pt modelId="{84546396-76C4-40FF-8E8C-6D045D0BC218}" type="sibTrans" cxnId="{6F4453CC-C418-402C-92B0-2BAC60C4FCA8}">
      <dgm:prSet/>
      <dgm:spPr/>
      <dgm:t>
        <a:bodyPr/>
        <a:lstStyle/>
        <a:p>
          <a:endParaRPr lang="en-US"/>
        </a:p>
      </dgm:t>
    </dgm:pt>
    <dgm:pt modelId="{3C7ADDB4-31B0-472B-93EE-868CAE5BA1CA}">
      <dgm:prSet/>
      <dgm:spPr/>
      <dgm:t>
        <a:bodyPr/>
        <a:lstStyle/>
        <a:p>
          <a:r>
            <a:rPr lang="en-US"/>
            <a:t>Training:</a:t>
          </a:r>
        </a:p>
      </dgm:t>
    </dgm:pt>
    <dgm:pt modelId="{D45B1E37-BD99-4DDC-98B2-8B500E3863A3}" type="parTrans" cxnId="{2C4A4F8C-9868-4AD6-BD0A-71072EDC6079}">
      <dgm:prSet/>
      <dgm:spPr/>
      <dgm:t>
        <a:bodyPr/>
        <a:lstStyle/>
        <a:p>
          <a:endParaRPr lang="en-US"/>
        </a:p>
      </dgm:t>
    </dgm:pt>
    <dgm:pt modelId="{BC6C508C-1441-49F7-989A-B0C61FAC85CA}" type="sibTrans" cxnId="{2C4A4F8C-9868-4AD6-BD0A-71072EDC6079}">
      <dgm:prSet/>
      <dgm:spPr/>
      <dgm:t>
        <a:bodyPr/>
        <a:lstStyle/>
        <a:p>
          <a:endParaRPr lang="en-US"/>
        </a:p>
      </dgm:t>
    </dgm:pt>
    <dgm:pt modelId="{B5591AE8-1730-4BDE-BFA3-7692AEC4423F}">
      <dgm:prSet/>
      <dgm:spPr/>
      <dgm:t>
        <a:bodyPr/>
        <a:lstStyle/>
        <a:p>
          <a:r>
            <a:rPr lang="en-US"/>
            <a:t>Train the model on image-caption pairs.</a:t>
          </a:r>
        </a:p>
      </dgm:t>
    </dgm:pt>
    <dgm:pt modelId="{FCDBA70E-79AC-4D1B-9553-957B4AF3660B}" type="parTrans" cxnId="{B36F619E-5DC8-49E9-A759-96FA9976D583}">
      <dgm:prSet/>
      <dgm:spPr/>
      <dgm:t>
        <a:bodyPr/>
        <a:lstStyle/>
        <a:p>
          <a:endParaRPr lang="en-US"/>
        </a:p>
      </dgm:t>
    </dgm:pt>
    <dgm:pt modelId="{CEFA5ECA-9B35-4201-9059-C2BC39F2489B}" type="sibTrans" cxnId="{B36F619E-5DC8-49E9-A759-96FA9976D583}">
      <dgm:prSet/>
      <dgm:spPr/>
      <dgm:t>
        <a:bodyPr/>
        <a:lstStyle/>
        <a:p>
          <a:endParaRPr lang="en-US"/>
        </a:p>
      </dgm:t>
    </dgm:pt>
    <dgm:pt modelId="{985EF1F8-AC3E-4573-B21C-8EA81DA18FF5}">
      <dgm:prSet/>
      <dgm:spPr/>
      <dgm:t>
        <a:bodyPr/>
        <a:lstStyle/>
        <a:p>
          <a:r>
            <a:rPr lang="en-US"/>
            <a:t>Use cross-entropy loss and Adam optimizer.</a:t>
          </a:r>
        </a:p>
      </dgm:t>
    </dgm:pt>
    <dgm:pt modelId="{1C09578C-F6F1-44CA-9C33-3203DF449959}" type="parTrans" cxnId="{CBE4A027-4EBC-4103-B5BF-56A768BC816B}">
      <dgm:prSet/>
      <dgm:spPr/>
      <dgm:t>
        <a:bodyPr/>
        <a:lstStyle/>
        <a:p>
          <a:endParaRPr lang="en-US"/>
        </a:p>
      </dgm:t>
    </dgm:pt>
    <dgm:pt modelId="{F8EDBED2-08AF-4AC4-B123-091A020BA47E}" type="sibTrans" cxnId="{CBE4A027-4EBC-4103-B5BF-56A768BC816B}">
      <dgm:prSet/>
      <dgm:spPr/>
      <dgm:t>
        <a:bodyPr/>
        <a:lstStyle/>
        <a:p>
          <a:endParaRPr lang="en-US"/>
        </a:p>
      </dgm:t>
    </dgm:pt>
    <dgm:pt modelId="{5E839366-3DBB-4335-843C-E5CA3FC7B23B}">
      <dgm:prSet/>
      <dgm:spPr/>
      <dgm:t>
        <a:bodyPr/>
        <a:lstStyle/>
        <a:p>
          <a:r>
            <a:rPr lang="en-US"/>
            <a:t>Inference:</a:t>
          </a:r>
        </a:p>
      </dgm:t>
    </dgm:pt>
    <dgm:pt modelId="{53D3D57F-B3DA-46AB-AFB9-9EB5961C0A89}" type="parTrans" cxnId="{D87D5D1B-93F6-488D-92B8-A6299D4A1389}">
      <dgm:prSet/>
      <dgm:spPr/>
      <dgm:t>
        <a:bodyPr/>
        <a:lstStyle/>
        <a:p>
          <a:endParaRPr lang="en-US"/>
        </a:p>
      </dgm:t>
    </dgm:pt>
    <dgm:pt modelId="{12971E8E-6FB8-4B6C-9BB5-B9B5B7B13C7C}" type="sibTrans" cxnId="{D87D5D1B-93F6-488D-92B8-A6299D4A1389}">
      <dgm:prSet/>
      <dgm:spPr/>
      <dgm:t>
        <a:bodyPr/>
        <a:lstStyle/>
        <a:p>
          <a:endParaRPr lang="en-US"/>
        </a:p>
      </dgm:t>
    </dgm:pt>
    <dgm:pt modelId="{03B2227E-244E-4E83-BB8F-57D70FE8A349}">
      <dgm:prSet/>
      <dgm:spPr/>
      <dgm:t>
        <a:bodyPr/>
        <a:lstStyle/>
        <a:p>
          <a:r>
            <a:rPr lang="en-US"/>
            <a:t>Generate captions for new images by feeding the image features and starting token, then predicting words one by one.</a:t>
          </a:r>
        </a:p>
      </dgm:t>
    </dgm:pt>
    <dgm:pt modelId="{19A95DCB-CA84-484F-ABE9-1871B6BE899C}" type="parTrans" cxnId="{4AC07BBD-541D-4B78-9593-4CCF1B7C75FD}">
      <dgm:prSet/>
      <dgm:spPr/>
      <dgm:t>
        <a:bodyPr/>
        <a:lstStyle/>
        <a:p>
          <a:endParaRPr lang="en-US"/>
        </a:p>
      </dgm:t>
    </dgm:pt>
    <dgm:pt modelId="{77354A07-04EC-4B4B-9C7D-58BAE4054DBD}" type="sibTrans" cxnId="{4AC07BBD-541D-4B78-9593-4CCF1B7C75FD}">
      <dgm:prSet/>
      <dgm:spPr/>
      <dgm:t>
        <a:bodyPr/>
        <a:lstStyle/>
        <a:p>
          <a:endParaRPr lang="en-US"/>
        </a:p>
      </dgm:t>
    </dgm:pt>
    <dgm:pt modelId="{6ADA45D2-AB55-4505-9C4A-290E6EE16B9B}">
      <dgm:prSet/>
      <dgm:spPr/>
      <dgm:t>
        <a:bodyPr/>
        <a:lstStyle/>
        <a:p>
          <a:r>
            <a:rPr lang="en-US"/>
            <a:t>Evaluation: Use simple metrics like BLEU score to check how good your captions are.</a:t>
          </a:r>
        </a:p>
      </dgm:t>
    </dgm:pt>
    <dgm:pt modelId="{EEA4F4AB-68C7-4781-A38F-F79BAF97F6C5}" type="parTrans" cxnId="{CD912F36-B1B1-401C-BD55-F63B97A8F838}">
      <dgm:prSet/>
      <dgm:spPr/>
      <dgm:t>
        <a:bodyPr/>
        <a:lstStyle/>
        <a:p>
          <a:endParaRPr lang="en-US"/>
        </a:p>
      </dgm:t>
    </dgm:pt>
    <dgm:pt modelId="{72C2329C-A546-426D-A72D-B5FF23535469}" type="sibTrans" cxnId="{CD912F36-B1B1-401C-BD55-F63B97A8F838}">
      <dgm:prSet/>
      <dgm:spPr/>
      <dgm:t>
        <a:bodyPr/>
        <a:lstStyle/>
        <a:p>
          <a:endParaRPr lang="en-US"/>
        </a:p>
      </dgm:t>
    </dgm:pt>
    <dgm:pt modelId="{E1EA7FB9-4F03-4E70-94BB-467A50B540B3}" type="pres">
      <dgm:prSet presAssocID="{06FB5F31-726D-476C-B074-FDC973FA67F4}" presName="linear" presStyleCnt="0">
        <dgm:presLayoutVars>
          <dgm:dir/>
          <dgm:animLvl val="lvl"/>
          <dgm:resizeHandles val="exact"/>
        </dgm:presLayoutVars>
      </dgm:prSet>
      <dgm:spPr/>
    </dgm:pt>
    <dgm:pt modelId="{7C9AA806-01DB-4ED6-8043-4062B6927FC4}" type="pres">
      <dgm:prSet presAssocID="{12D095CE-39F5-47AF-A907-37BD8045F362}" presName="parentLin" presStyleCnt="0"/>
      <dgm:spPr/>
    </dgm:pt>
    <dgm:pt modelId="{DE93BF9C-4574-4D2E-9A47-F711710251EE}" type="pres">
      <dgm:prSet presAssocID="{12D095CE-39F5-47AF-A907-37BD8045F362}" presName="parentLeftMargin" presStyleLbl="node1" presStyleIdx="0" presStyleCnt="6"/>
      <dgm:spPr/>
    </dgm:pt>
    <dgm:pt modelId="{B3FD28E3-59DC-402F-8029-4DC5A173A9E9}" type="pres">
      <dgm:prSet presAssocID="{12D095CE-39F5-47AF-A907-37BD8045F36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A425BBF-5C1D-4C50-829E-0ED1FEC392F7}" type="pres">
      <dgm:prSet presAssocID="{12D095CE-39F5-47AF-A907-37BD8045F362}" presName="negativeSpace" presStyleCnt="0"/>
      <dgm:spPr/>
    </dgm:pt>
    <dgm:pt modelId="{99B39CE6-3EE1-45D1-9EB7-9F9E6A3EA40A}" type="pres">
      <dgm:prSet presAssocID="{12D095CE-39F5-47AF-A907-37BD8045F362}" presName="childText" presStyleLbl="conFgAcc1" presStyleIdx="0" presStyleCnt="6">
        <dgm:presLayoutVars>
          <dgm:bulletEnabled val="1"/>
        </dgm:presLayoutVars>
      </dgm:prSet>
      <dgm:spPr/>
    </dgm:pt>
    <dgm:pt modelId="{01624B22-F8FC-4DB8-B46A-D97680809A76}" type="pres">
      <dgm:prSet presAssocID="{AFA8ABBF-6366-4B60-BF6B-361438760E5C}" presName="spaceBetweenRectangles" presStyleCnt="0"/>
      <dgm:spPr/>
    </dgm:pt>
    <dgm:pt modelId="{6DFF938B-187B-40FC-BCF3-9F05B2C91B9F}" type="pres">
      <dgm:prSet presAssocID="{260FC9AD-8095-4C00-A779-31AECA793EDF}" presName="parentLin" presStyleCnt="0"/>
      <dgm:spPr/>
    </dgm:pt>
    <dgm:pt modelId="{7DDA4228-A5C1-4F5D-A52E-7F0E96C00189}" type="pres">
      <dgm:prSet presAssocID="{260FC9AD-8095-4C00-A779-31AECA793EDF}" presName="parentLeftMargin" presStyleLbl="node1" presStyleIdx="0" presStyleCnt="6"/>
      <dgm:spPr/>
    </dgm:pt>
    <dgm:pt modelId="{63BFDA18-46DC-425B-A82C-ADD5814D2610}" type="pres">
      <dgm:prSet presAssocID="{260FC9AD-8095-4C00-A779-31AECA793ED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83903F7-5454-460C-8967-E7CD2649198C}" type="pres">
      <dgm:prSet presAssocID="{260FC9AD-8095-4C00-A779-31AECA793EDF}" presName="negativeSpace" presStyleCnt="0"/>
      <dgm:spPr/>
    </dgm:pt>
    <dgm:pt modelId="{B8049752-F9D8-4B41-B227-6AA4A1770F7B}" type="pres">
      <dgm:prSet presAssocID="{260FC9AD-8095-4C00-A779-31AECA793EDF}" presName="childText" presStyleLbl="conFgAcc1" presStyleIdx="1" presStyleCnt="6">
        <dgm:presLayoutVars>
          <dgm:bulletEnabled val="1"/>
        </dgm:presLayoutVars>
      </dgm:prSet>
      <dgm:spPr/>
    </dgm:pt>
    <dgm:pt modelId="{9C704636-7D18-4823-AA8D-77FD00F98234}" type="pres">
      <dgm:prSet presAssocID="{7DD5F29B-CD3D-4BE2-9A61-44E67F3877C3}" presName="spaceBetweenRectangles" presStyleCnt="0"/>
      <dgm:spPr/>
    </dgm:pt>
    <dgm:pt modelId="{50B473DE-AF78-4F47-86F2-266621021A39}" type="pres">
      <dgm:prSet presAssocID="{0472061C-58D4-4C9E-AE19-7B344EA17064}" presName="parentLin" presStyleCnt="0"/>
      <dgm:spPr/>
    </dgm:pt>
    <dgm:pt modelId="{49EBFFD3-53A2-4AED-BA34-5FBACEB8F495}" type="pres">
      <dgm:prSet presAssocID="{0472061C-58D4-4C9E-AE19-7B344EA17064}" presName="parentLeftMargin" presStyleLbl="node1" presStyleIdx="1" presStyleCnt="6"/>
      <dgm:spPr/>
    </dgm:pt>
    <dgm:pt modelId="{5D977D2E-0285-44C4-9DFA-4F465F34486E}" type="pres">
      <dgm:prSet presAssocID="{0472061C-58D4-4C9E-AE19-7B344EA1706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0873E40-4B86-47D5-B140-78628AAE1C6E}" type="pres">
      <dgm:prSet presAssocID="{0472061C-58D4-4C9E-AE19-7B344EA17064}" presName="negativeSpace" presStyleCnt="0"/>
      <dgm:spPr/>
    </dgm:pt>
    <dgm:pt modelId="{41D47853-286B-41FE-B502-F8A777E1E905}" type="pres">
      <dgm:prSet presAssocID="{0472061C-58D4-4C9E-AE19-7B344EA17064}" presName="childText" presStyleLbl="conFgAcc1" presStyleIdx="2" presStyleCnt="6">
        <dgm:presLayoutVars>
          <dgm:bulletEnabled val="1"/>
        </dgm:presLayoutVars>
      </dgm:prSet>
      <dgm:spPr/>
    </dgm:pt>
    <dgm:pt modelId="{6D11FF08-1345-4B82-AE77-F90D30C2C2E2}" type="pres">
      <dgm:prSet presAssocID="{1A298BB2-C025-44E3-900D-5F81EA297FFC}" presName="spaceBetweenRectangles" presStyleCnt="0"/>
      <dgm:spPr/>
    </dgm:pt>
    <dgm:pt modelId="{C30B09BF-7615-4DE5-B855-3D8E82DE4DCD}" type="pres">
      <dgm:prSet presAssocID="{3C7ADDB4-31B0-472B-93EE-868CAE5BA1CA}" presName="parentLin" presStyleCnt="0"/>
      <dgm:spPr/>
    </dgm:pt>
    <dgm:pt modelId="{FC18C8BC-4F4D-4F7F-B968-F29A59634CE3}" type="pres">
      <dgm:prSet presAssocID="{3C7ADDB4-31B0-472B-93EE-868CAE5BA1CA}" presName="parentLeftMargin" presStyleLbl="node1" presStyleIdx="2" presStyleCnt="6"/>
      <dgm:spPr/>
    </dgm:pt>
    <dgm:pt modelId="{B9987AAD-5D7A-4D28-A039-4027C84888BE}" type="pres">
      <dgm:prSet presAssocID="{3C7ADDB4-31B0-472B-93EE-868CAE5BA1C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8DE6CD0-95BB-44EC-A653-71C71BB0E1F2}" type="pres">
      <dgm:prSet presAssocID="{3C7ADDB4-31B0-472B-93EE-868CAE5BA1CA}" presName="negativeSpace" presStyleCnt="0"/>
      <dgm:spPr/>
    </dgm:pt>
    <dgm:pt modelId="{CC0E9EA5-00BA-442E-9912-75E0F054E6AD}" type="pres">
      <dgm:prSet presAssocID="{3C7ADDB4-31B0-472B-93EE-868CAE5BA1CA}" presName="childText" presStyleLbl="conFgAcc1" presStyleIdx="3" presStyleCnt="6">
        <dgm:presLayoutVars>
          <dgm:bulletEnabled val="1"/>
        </dgm:presLayoutVars>
      </dgm:prSet>
      <dgm:spPr/>
    </dgm:pt>
    <dgm:pt modelId="{6586BA3A-B89B-417F-B331-6F0460A8AEA0}" type="pres">
      <dgm:prSet presAssocID="{BC6C508C-1441-49F7-989A-B0C61FAC85CA}" presName="spaceBetweenRectangles" presStyleCnt="0"/>
      <dgm:spPr/>
    </dgm:pt>
    <dgm:pt modelId="{3AA2E5DD-C4CB-4891-ACF4-28356C66B9DC}" type="pres">
      <dgm:prSet presAssocID="{5E839366-3DBB-4335-843C-E5CA3FC7B23B}" presName="parentLin" presStyleCnt="0"/>
      <dgm:spPr/>
    </dgm:pt>
    <dgm:pt modelId="{1F528E29-2AA9-4D9C-94A0-8AB923BF721E}" type="pres">
      <dgm:prSet presAssocID="{5E839366-3DBB-4335-843C-E5CA3FC7B23B}" presName="parentLeftMargin" presStyleLbl="node1" presStyleIdx="3" presStyleCnt="6"/>
      <dgm:spPr/>
    </dgm:pt>
    <dgm:pt modelId="{A045FCCC-C1CD-423D-B6BF-CA0CF2122E3F}" type="pres">
      <dgm:prSet presAssocID="{5E839366-3DBB-4335-843C-E5CA3FC7B23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BB2A212-D5B7-44B2-8BFD-BBCCE1F25DF4}" type="pres">
      <dgm:prSet presAssocID="{5E839366-3DBB-4335-843C-E5CA3FC7B23B}" presName="negativeSpace" presStyleCnt="0"/>
      <dgm:spPr/>
    </dgm:pt>
    <dgm:pt modelId="{ACBA4ECC-D8AF-4042-AB6C-1DB746984CA8}" type="pres">
      <dgm:prSet presAssocID="{5E839366-3DBB-4335-843C-E5CA3FC7B23B}" presName="childText" presStyleLbl="conFgAcc1" presStyleIdx="4" presStyleCnt="6">
        <dgm:presLayoutVars>
          <dgm:bulletEnabled val="1"/>
        </dgm:presLayoutVars>
      </dgm:prSet>
      <dgm:spPr/>
    </dgm:pt>
    <dgm:pt modelId="{52A480A0-130D-47FC-8111-6EC04A524594}" type="pres">
      <dgm:prSet presAssocID="{12971E8E-6FB8-4B6C-9BB5-B9B5B7B13C7C}" presName="spaceBetweenRectangles" presStyleCnt="0"/>
      <dgm:spPr/>
    </dgm:pt>
    <dgm:pt modelId="{A13B2414-97DB-4D66-AE26-CCA4F1E14CA1}" type="pres">
      <dgm:prSet presAssocID="{6ADA45D2-AB55-4505-9C4A-290E6EE16B9B}" presName="parentLin" presStyleCnt="0"/>
      <dgm:spPr/>
    </dgm:pt>
    <dgm:pt modelId="{F82F048D-1629-44CB-B078-E9CF18830FB1}" type="pres">
      <dgm:prSet presAssocID="{6ADA45D2-AB55-4505-9C4A-290E6EE16B9B}" presName="parentLeftMargin" presStyleLbl="node1" presStyleIdx="4" presStyleCnt="6"/>
      <dgm:spPr/>
    </dgm:pt>
    <dgm:pt modelId="{5356B80C-B4AF-4EED-855A-E67E2533EAC9}" type="pres">
      <dgm:prSet presAssocID="{6ADA45D2-AB55-4505-9C4A-290E6EE16B9B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5199A333-C70F-46B4-8229-265979988FE4}" type="pres">
      <dgm:prSet presAssocID="{6ADA45D2-AB55-4505-9C4A-290E6EE16B9B}" presName="negativeSpace" presStyleCnt="0"/>
      <dgm:spPr/>
    </dgm:pt>
    <dgm:pt modelId="{5D20DC84-8952-4859-B169-61E24CB51778}" type="pres">
      <dgm:prSet presAssocID="{6ADA45D2-AB55-4505-9C4A-290E6EE16B9B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D87D5D1B-93F6-488D-92B8-A6299D4A1389}" srcId="{06FB5F31-726D-476C-B074-FDC973FA67F4}" destId="{5E839366-3DBB-4335-843C-E5CA3FC7B23B}" srcOrd="4" destOrd="0" parTransId="{53D3D57F-B3DA-46AB-AFB9-9EB5961C0A89}" sibTransId="{12971E8E-6FB8-4B6C-9BB5-B9B5B7B13C7C}"/>
    <dgm:cxn modelId="{2DB1A125-7B84-4515-88E9-F0084CE30F69}" type="presOf" srcId="{260FC9AD-8095-4C00-A779-31AECA793EDF}" destId="{7DDA4228-A5C1-4F5D-A52E-7F0E96C00189}" srcOrd="0" destOrd="0" presId="urn:microsoft.com/office/officeart/2005/8/layout/list1"/>
    <dgm:cxn modelId="{CBE4A027-4EBC-4103-B5BF-56A768BC816B}" srcId="{3C7ADDB4-31B0-472B-93EE-868CAE5BA1CA}" destId="{985EF1F8-AC3E-4573-B21C-8EA81DA18FF5}" srcOrd="1" destOrd="0" parTransId="{1C09578C-F6F1-44CA-9C33-3203DF449959}" sibTransId="{F8EDBED2-08AF-4AC4-B123-091A020BA47E}"/>
    <dgm:cxn modelId="{8185A129-B69D-4875-9E99-1C98E3E66540}" srcId="{0472061C-58D4-4C9E-AE19-7B344EA17064}" destId="{64E0DB6F-0200-44F9-8F52-F879A7099F89}" srcOrd="0" destOrd="0" parTransId="{FFE9B6FE-2ADF-4B84-9FCD-B6550F4B2E21}" sibTransId="{6CE2F4A0-FC4C-4622-8433-8EB7CCC21884}"/>
    <dgm:cxn modelId="{FA12CB2E-540C-4240-A41C-B1D9E28ECF8C}" type="presOf" srcId="{12D095CE-39F5-47AF-A907-37BD8045F362}" destId="{B3FD28E3-59DC-402F-8029-4DC5A173A9E9}" srcOrd="1" destOrd="0" presId="urn:microsoft.com/office/officeart/2005/8/layout/list1"/>
    <dgm:cxn modelId="{619C8B35-81DD-4219-B576-C094EBD1F29A}" type="presOf" srcId="{3C7ADDB4-31B0-472B-93EE-868CAE5BA1CA}" destId="{B9987AAD-5D7A-4D28-A039-4027C84888BE}" srcOrd="1" destOrd="0" presId="urn:microsoft.com/office/officeart/2005/8/layout/list1"/>
    <dgm:cxn modelId="{CD912F36-B1B1-401C-BD55-F63B97A8F838}" srcId="{06FB5F31-726D-476C-B074-FDC973FA67F4}" destId="{6ADA45D2-AB55-4505-9C4A-290E6EE16B9B}" srcOrd="5" destOrd="0" parTransId="{EEA4F4AB-68C7-4781-A38F-F79BAF97F6C5}" sibTransId="{72C2329C-A546-426D-A72D-B5FF23535469}"/>
    <dgm:cxn modelId="{DE77845E-58E3-40CC-905B-300FEF9F5851}" type="presOf" srcId="{64E0DB6F-0200-44F9-8F52-F879A7099F89}" destId="{41D47853-286B-41FE-B502-F8A777E1E905}" srcOrd="0" destOrd="0" presId="urn:microsoft.com/office/officeart/2005/8/layout/list1"/>
    <dgm:cxn modelId="{40721E4C-4432-4F48-89BD-30E6CA0CDF75}" srcId="{260FC9AD-8095-4C00-A779-31AECA793EDF}" destId="{C280F4A1-FB45-4DD3-80EE-320A302E2B09}" srcOrd="1" destOrd="0" parTransId="{C7F0A7D7-8C02-421A-83F8-4BB3E128EA74}" sibTransId="{B2B451C7-1132-4C4F-95D6-1F00ED9A8ED1}"/>
    <dgm:cxn modelId="{F037DF4C-442E-4176-9EE0-0C3A17CC63BC}" type="presOf" srcId="{6ADA45D2-AB55-4505-9C4A-290E6EE16B9B}" destId="{F82F048D-1629-44CB-B078-E9CF18830FB1}" srcOrd="0" destOrd="0" presId="urn:microsoft.com/office/officeart/2005/8/layout/list1"/>
    <dgm:cxn modelId="{4AE6A54D-79EF-4EAC-9FA5-1A18A85C542D}" srcId="{06FB5F31-726D-476C-B074-FDC973FA67F4}" destId="{0472061C-58D4-4C9E-AE19-7B344EA17064}" srcOrd="2" destOrd="0" parTransId="{70AC6A22-7878-4164-A4E7-48E36D524FA8}" sibTransId="{1A298BB2-C025-44E3-900D-5F81EA297FFC}"/>
    <dgm:cxn modelId="{B1438F75-CAB9-451A-BEFA-839E23129708}" type="presOf" srcId="{B5591AE8-1730-4BDE-BFA3-7692AEC4423F}" destId="{CC0E9EA5-00BA-442E-9912-75E0F054E6AD}" srcOrd="0" destOrd="0" presId="urn:microsoft.com/office/officeart/2005/8/layout/list1"/>
    <dgm:cxn modelId="{8BCA8184-6058-4207-8FF9-244D4D0EA494}" type="presOf" srcId="{4E882932-F793-484A-96EA-0EA6B198AC94}" destId="{41D47853-286B-41FE-B502-F8A777E1E905}" srcOrd="0" destOrd="1" presId="urn:microsoft.com/office/officeart/2005/8/layout/list1"/>
    <dgm:cxn modelId="{9BB49484-F4DC-489C-A738-039FD95DC5D5}" type="presOf" srcId="{06FB5F31-726D-476C-B074-FDC973FA67F4}" destId="{E1EA7FB9-4F03-4E70-94BB-467A50B540B3}" srcOrd="0" destOrd="0" presId="urn:microsoft.com/office/officeart/2005/8/layout/list1"/>
    <dgm:cxn modelId="{06564D89-7A01-4BC3-AEDC-0089F340E85D}" type="presOf" srcId="{0472061C-58D4-4C9E-AE19-7B344EA17064}" destId="{49EBFFD3-53A2-4AED-BA34-5FBACEB8F495}" srcOrd="0" destOrd="0" presId="urn:microsoft.com/office/officeart/2005/8/layout/list1"/>
    <dgm:cxn modelId="{2C4A4F8C-9868-4AD6-BD0A-71072EDC6079}" srcId="{06FB5F31-726D-476C-B074-FDC973FA67F4}" destId="{3C7ADDB4-31B0-472B-93EE-868CAE5BA1CA}" srcOrd="3" destOrd="0" parTransId="{D45B1E37-BD99-4DDC-98B2-8B500E3863A3}" sibTransId="{BC6C508C-1441-49F7-989A-B0C61FAC85CA}"/>
    <dgm:cxn modelId="{EBDEF78D-7833-4563-8B63-2762CE98C3AA}" srcId="{06FB5F31-726D-476C-B074-FDC973FA67F4}" destId="{260FC9AD-8095-4C00-A779-31AECA793EDF}" srcOrd="1" destOrd="0" parTransId="{F46ADE7C-C2F5-4E4C-AE61-ACA108F916C5}" sibTransId="{7DD5F29B-CD3D-4BE2-9A61-44E67F3877C3}"/>
    <dgm:cxn modelId="{2863409B-EA36-4689-8BEC-B5C9C2A99F66}" type="presOf" srcId="{C280F4A1-FB45-4DD3-80EE-320A302E2B09}" destId="{B8049752-F9D8-4B41-B227-6AA4A1770F7B}" srcOrd="0" destOrd="1" presId="urn:microsoft.com/office/officeart/2005/8/layout/list1"/>
    <dgm:cxn modelId="{B36F619E-5DC8-49E9-A759-96FA9976D583}" srcId="{3C7ADDB4-31B0-472B-93EE-868CAE5BA1CA}" destId="{B5591AE8-1730-4BDE-BFA3-7692AEC4423F}" srcOrd="0" destOrd="0" parTransId="{FCDBA70E-79AC-4D1B-9553-957B4AF3660B}" sibTransId="{CEFA5ECA-9B35-4201-9059-C2BC39F2489B}"/>
    <dgm:cxn modelId="{E7C474A2-8808-47F4-B8D7-FC16450D8188}" type="presOf" srcId="{12D095CE-39F5-47AF-A907-37BD8045F362}" destId="{DE93BF9C-4574-4D2E-9A47-F711710251EE}" srcOrd="0" destOrd="0" presId="urn:microsoft.com/office/officeart/2005/8/layout/list1"/>
    <dgm:cxn modelId="{44973FA8-FFE0-431B-96CB-5532C3B9A31F}" type="presOf" srcId="{5E839366-3DBB-4335-843C-E5CA3FC7B23B}" destId="{1F528E29-2AA9-4D9C-94A0-8AB923BF721E}" srcOrd="0" destOrd="0" presId="urn:microsoft.com/office/officeart/2005/8/layout/list1"/>
    <dgm:cxn modelId="{EABB62AF-9EB9-4AB2-9DCC-DAB7347E18AA}" type="presOf" srcId="{260FC9AD-8095-4C00-A779-31AECA793EDF}" destId="{63BFDA18-46DC-425B-A82C-ADD5814D2610}" srcOrd="1" destOrd="0" presId="urn:microsoft.com/office/officeart/2005/8/layout/list1"/>
    <dgm:cxn modelId="{62427CB1-0D35-4C27-9496-78CB0999E073}" type="presOf" srcId="{985EF1F8-AC3E-4573-B21C-8EA81DA18FF5}" destId="{CC0E9EA5-00BA-442E-9912-75E0F054E6AD}" srcOrd="0" destOrd="1" presId="urn:microsoft.com/office/officeart/2005/8/layout/list1"/>
    <dgm:cxn modelId="{8288F7B1-FE0B-4EF3-BECA-B9E05C9864DB}" type="presOf" srcId="{6ADA45D2-AB55-4505-9C4A-290E6EE16B9B}" destId="{5356B80C-B4AF-4EED-855A-E67E2533EAC9}" srcOrd="1" destOrd="0" presId="urn:microsoft.com/office/officeart/2005/8/layout/list1"/>
    <dgm:cxn modelId="{591A48B4-590C-46A1-B1D2-926BC4FDDCA6}" type="presOf" srcId="{0472061C-58D4-4C9E-AE19-7B344EA17064}" destId="{5D977D2E-0285-44C4-9DFA-4F465F34486E}" srcOrd="1" destOrd="0" presId="urn:microsoft.com/office/officeart/2005/8/layout/list1"/>
    <dgm:cxn modelId="{A74D1DB9-35AF-4952-9CDB-6B6BDC166249}" type="presOf" srcId="{5E839366-3DBB-4335-843C-E5CA3FC7B23B}" destId="{A045FCCC-C1CD-423D-B6BF-CA0CF2122E3F}" srcOrd="1" destOrd="0" presId="urn:microsoft.com/office/officeart/2005/8/layout/list1"/>
    <dgm:cxn modelId="{CDFC21BB-C7EC-4300-99F4-84D2930B78D2}" srcId="{260FC9AD-8095-4C00-A779-31AECA793EDF}" destId="{DF04DBC6-3D3C-411E-AF9A-07463310AF63}" srcOrd="0" destOrd="0" parTransId="{6B359496-EAB7-4C9A-B135-7D442FF9807E}" sibTransId="{30139512-F220-4987-96CE-ED127446D581}"/>
    <dgm:cxn modelId="{4AC07BBD-541D-4B78-9593-4CCF1B7C75FD}" srcId="{5E839366-3DBB-4335-843C-E5CA3FC7B23B}" destId="{03B2227E-244E-4E83-BB8F-57D70FE8A349}" srcOrd="0" destOrd="0" parTransId="{19A95DCB-CA84-484F-ABE9-1871B6BE899C}" sibTransId="{77354A07-04EC-4B4B-9C7D-58BAE4054DBD}"/>
    <dgm:cxn modelId="{6F4453CC-C418-402C-92B0-2BAC60C4FCA8}" srcId="{0472061C-58D4-4C9E-AE19-7B344EA17064}" destId="{4E882932-F793-484A-96EA-0EA6B198AC94}" srcOrd="1" destOrd="0" parTransId="{F376C36B-413E-466B-87A1-558AC6E1059F}" sibTransId="{84546396-76C4-40FF-8E8C-6D045D0BC218}"/>
    <dgm:cxn modelId="{358F25D1-71AF-4AF0-A8B8-5607070EA60C}" srcId="{06FB5F31-726D-476C-B074-FDC973FA67F4}" destId="{12D095CE-39F5-47AF-A907-37BD8045F362}" srcOrd="0" destOrd="0" parTransId="{0362690F-60BC-431C-91F7-63DFBD971AD9}" sibTransId="{AFA8ABBF-6366-4B60-BF6B-361438760E5C}"/>
    <dgm:cxn modelId="{E9B1A5D8-A8F9-41A1-810D-240CFF03153D}" type="presOf" srcId="{DF04DBC6-3D3C-411E-AF9A-07463310AF63}" destId="{B8049752-F9D8-4B41-B227-6AA4A1770F7B}" srcOrd="0" destOrd="0" presId="urn:microsoft.com/office/officeart/2005/8/layout/list1"/>
    <dgm:cxn modelId="{4947FCDD-F433-4C7B-B52C-14B8D2B581D4}" type="presOf" srcId="{3C7ADDB4-31B0-472B-93EE-868CAE5BA1CA}" destId="{FC18C8BC-4F4D-4F7F-B968-F29A59634CE3}" srcOrd="0" destOrd="0" presId="urn:microsoft.com/office/officeart/2005/8/layout/list1"/>
    <dgm:cxn modelId="{3F888EE8-01B8-4DF2-BBD5-C98AA80A3F04}" type="presOf" srcId="{03B2227E-244E-4E83-BB8F-57D70FE8A349}" destId="{ACBA4ECC-D8AF-4042-AB6C-1DB746984CA8}" srcOrd="0" destOrd="0" presId="urn:microsoft.com/office/officeart/2005/8/layout/list1"/>
    <dgm:cxn modelId="{B2B45F47-E880-4C03-A010-8D25782F3ACB}" type="presParOf" srcId="{E1EA7FB9-4F03-4E70-94BB-467A50B540B3}" destId="{7C9AA806-01DB-4ED6-8043-4062B6927FC4}" srcOrd="0" destOrd="0" presId="urn:microsoft.com/office/officeart/2005/8/layout/list1"/>
    <dgm:cxn modelId="{ED90AC3A-D503-4FE9-BD5A-13E83246D6CC}" type="presParOf" srcId="{7C9AA806-01DB-4ED6-8043-4062B6927FC4}" destId="{DE93BF9C-4574-4D2E-9A47-F711710251EE}" srcOrd="0" destOrd="0" presId="urn:microsoft.com/office/officeart/2005/8/layout/list1"/>
    <dgm:cxn modelId="{121BAC41-9881-4992-8DD1-C63F1D89F79D}" type="presParOf" srcId="{7C9AA806-01DB-4ED6-8043-4062B6927FC4}" destId="{B3FD28E3-59DC-402F-8029-4DC5A173A9E9}" srcOrd="1" destOrd="0" presId="urn:microsoft.com/office/officeart/2005/8/layout/list1"/>
    <dgm:cxn modelId="{101F6841-5B40-4342-9256-D1F5F6D8CA2E}" type="presParOf" srcId="{E1EA7FB9-4F03-4E70-94BB-467A50B540B3}" destId="{3A425BBF-5C1D-4C50-829E-0ED1FEC392F7}" srcOrd="1" destOrd="0" presId="urn:microsoft.com/office/officeart/2005/8/layout/list1"/>
    <dgm:cxn modelId="{0441B7CF-BB36-422B-B0ED-C82F9296688C}" type="presParOf" srcId="{E1EA7FB9-4F03-4E70-94BB-467A50B540B3}" destId="{99B39CE6-3EE1-45D1-9EB7-9F9E6A3EA40A}" srcOrd="2" destOrd="0" presId="urn:microsoft.com/office/officeart/2005/8/layout/list1"/>
    <dgm:cxn modelId="{25701F5C-E27E-49EE-9450-7D4EEC1BA6AB}" type="presParOf" srcId="{E1EA7FB9-4F03-4E70-94BB-467A50B540B3}" destId="{01624B22-F8FC-4DB8-B46A-D97680809A76}" srcOrd="3" destOrd="0" presId="urn:microsoft.com/office/officeart/2005/8/layout/list1"/>
    <dgm:cxn modelId="{443E5A80-7318-467F-A57D-456B09DF8402}" type="presParOf" srcId="{E1EA7FB9-4F03-4E70-94BB-467A50B540B3}" destId="{6DFF938B-187B-40FC-BCF3-9F05B2C91B9F}" srcOrd="4" destOrd="0" presId="urn:microsoft.com/office/officeart/2005/8/layout/list1"/>
    <dgm:cxn modelId="{61352BF0-6D08-4076-AD05-1F68CF1CE2DF}" type="presParOf" srcId="{6DFF938B-187B-40FC-BCF3-9F05B2C91B9F}" destId="{7DDA4228-A5C1-4F5D-A52E-7F0E96C00189}" srcOrd="0" destOrd="0" presId="urn:microsoft.com/office/officeart/2005/8/layout/list1"/>
    <dgm:cxn modelId="{BA4BAFA8-2B98-428B-9D20-EF24D53E50EA}" type="presParOf" srcId="{6DFF938B-187B-40FC-BCF3-9F05B2C91B9F}" destId="{63BFDA18-46DC-425B-A82C-ADD5814D2610}" srcOrd="1" destOrd="0" presId="urn:microsoft.com/office/officeart/2005/8/layout/list1"/>
    <dgm:cxn modelId="{0F682895-2B92-45F3-921C-45832A6395CE}" type="presParOf" srcId="{E1EA7FB9-4F03-4E70-94BB-467A50B540B3}" destId="{383903F7-5454-460C-8967-E7CD2649198C}" srcOrd="5" destOrd="0" presId="urn:microsoft.com/office/officeart/2005/8/layout/list1"/>
    <dgm:cxn modelId="{79B78F76-13EA-4D98-9780-0A62B4F58617}" type="presParOf" srcId="{E1EA7FB9-4F03-4E70-94BB-467A50B540B3}" destId="{B8049752-F9D8-4B41-B227-6AA4A1770F7B}" srcOrd="6" destOrd="0" presId="urn:microsoft.com/office/officeart/2005/8/layout/list1"/>
    <dgm:cxn modelId="{CD7556A6-3FE1-404D-8682-DE5587BABF78}" type="presParOf" srcId="{E1EA7FB9-4F03-4E70-94BB-467A50B540B3}" destId="{9C704636-7D18-4823-AA8D-77FD00F98234}" srcOrd="7" destOrd="0" presId="urn:microsoft.com/office/officeart/2005/8/layout/list1"/>
    <dgm:cxn modelId="{2455BC15-0F4D-4D76-82EA-7AA28F2BA787}" type="presParOf" srcId="{E1EA7FB9-4F03-4E70-94BB-467A50B540B3}" destId="{50B473DE-AF78-4F47-86F2-266621021A39}" srcOrd="8" destOrd="0" presId="urn:microsoft.com/office/officeart/2005/8/layout/list1"/>
    <dgm:cxn modelId="{DC265895-C7B2-46EB-80E4-B515E4587F90}" type="presParOf" srcId="{50B473DE-AF78-4F47-86F2-266621021A39}" destId="{49EBFFD3-53A2-4AED-BA34-5FBACEB8F495}" srcOrd="0" destOrd="0" presId="urn:microsoft.com/office/officeart/2005/8/layout/list1"/>
    <dgm:cxn modelId="{C817D9C0-88D7-4860-AC91-AB4B78ECF05E}" type="presParOf" srcId="{50B473DE-AF78-4F47-86F2-266621021A39}" destId="{5D977D2E-0285-44C4-9DFA-4F465F34486E}" srcOrd="1" destOrd="0" presId="urn:microsoft.com/office/officeart/2005/8/layout/list1"/>
    <dgm:cxn modelId="{B8D1A303-33B3-4E7B-989C-285A39840CFC}" type="presParOf" srcId="{E1EA7FB9-4F03-4E70-94BB-467A50B540B3}" destId="{60873E40-4B86-47D5-B140-78628AAE1C6E}" srcOrd="9" destOrd="0" presId="urn:microsoft.com/office/officeart/2005/8/layout/list1"/>
    <dgm:cxn modelId="{21F9E65D-70E4-4B2F-95C2-4198EE435737}" type="presParOf" srcId="{E1EA7FB9-4F03-4E70-94BB-467A50B540B3}" destId="{41D47853-286B-41FE-B502-F8A777E1E905}" srcOrd="10" destOrd="0" presId="urn:microsoft.com/office/officeart/2005/8/layout/list1"/>
    <dgm:cxn modelId="{564C1F4B-FFC0-4048-92BB-7E75DE1296D9}" type="presParOf" srcId="{E1EA7FB9-4F03-4E70-94BB-467A50B540B3}" destId="{6D11FF08-1345-4B82-AE77-F90D30C2C2E2}" srcOrd="11" destOrd="0" presId="urn:microsoft.com/office/officeart/2005/8/layout/list1"/>
    <dgm:cxn modelId="{50F2B9DE-C51C-4A66-9D9B-BDBA7B041407}" type="presParOf" srcId="{E1EA7FB9-4F03-4E70-94BB-467A50B540B3}" destId="{C30B09BF-7615-4DE5-B855-3D8E82DE4DCD}" srcOrd="12" destOrd="0" presId="urn:microsoft.com/office/officeart/2005/8/layout/list1"/>
    <dgm:cxn modelId="{11543EFE-FC88-4220-9435-8FA1CEACA22D}" type="presParOf" srcId="{C30B09BF-7615-4DE5-B855-3D8E82DE4DCD}" destId="{FC18C8BC-4F4D-4F7F-B968-F29A59634CE3}" srcOrd="0" destOrd="0" presId="urn:microsoft.com/office/officeart/2005/8/layout/list1"/>
    <dgm:cxn modelId="{E35EA389-E1B3-4FDB-9128-A200D02D79BE}" type="presParOf" srcId="{C30B09BF-7615-4DE5-B855-3D8E82DE4DCD}" destId="{B9987AAD-5D7A-4D28-A039-4027C84888BE}" srcOrd="1" destOrd="0" presId="urn:microsoft.com/office/officeart/2005/8/layout/list1"/>
    <dgm:cxn modelId="{0634492F-B9B9-432E-92B1-1BB052439B5E}" type="presParOf" srcId="{E1EA7FB9-4F03-4E70-94BB-467A50B540B3}" destId="{48DE6CD0-95BB-44EC-A653-71C71BB0E1F2}" srcOrd="13" destOrd="0" presId="urn:microsoft.com/office/officeart/2005/8/layout/list1"/>
    <dgm:cxn modelId="{953D6B12-C137-40D2-B8C2-13A85F9470BE}" type="presParOf" srcId="{E1EA7FB9-4F03-4E70-94BB-467A50B540B3}" destId="{CC0E9EA5-00BA-442E-9912-75E0F054E6AD}" srcOrd="14" destOrd="0" presId="urn:microsoft.com/office/officeart/2005/8/layout/list1"/>
    <dgm:cxn modelId="{1BA49164-0E7F-4B1E-9959-79312496CE40}" type="presParOf" srcId="{E1EA7FB9-4F03-4E70-94BB-467A50B540B3}" destId="{6586BA3A-B89B-417F-B331-6F0460A8AEA0}" srcOrd="15" destOrd="0" presId="urn:microsoft.com/office/officeart/2005/8/layout/list1"/>
    <dgm:cxn modelId="{A90B2FFE-C755-4356-A997-8E102770A7DB}" type="presParOf" srcId="{E1EA7FB9-4F03-4E70-94BB-467A50B540B3}" destId="{3AA2E5DD-C4CB-4891-ACF4-28356C66B9DC}" srcOrd="16" destOrd="0" presId="urn:microsoft.com/office/officeart/2005/8/layout/list1"/>
    <dgm:cxn modelId="{0CB3EF82-B5BB-4421-AA13-DF7760AC3599}" type="presParOf" srcId="{3AA2E5DD-C4CB-4891-ACF4-28356C66B9DC}" destId="{1F528E29-2AA9-4D9C-94A0-8AB923BF721E}" srcOrd="0" destOrd="0" presId="urn:microsoft.com/office/officeart/2005/8/layout/list1"/>
    <dgm:cxn modelId="{85C3DE9B-70AE-4194-A1AB-7451850D1DBB}" type="presParOf" srcId="{3AA2E5DD-C4CB-4891-ACF4-28356C66B9DC}" destId="{A045FCCC-C1CD-423D-B6BF-CA0CF2122E3F}" srcOrd="1" destOrd="0" presId="urn:microsoft.com/office/officeart/2005/8/layout/list1"/>
    <dgm:cxn modelId="{96CA396B-87E4-4121-94D7-9A787512499A}" type="presParOf" srcId="{E1EA7FB9-4F03-4E70-94BB-467A50B540B3}" destId="{7BB2A212-D5B7-44B2-8BFD-BBCCE1F25DF4}" srcOrd="17" destOrd="0" presId="urn:microsoft.com/office/officeart/2005/8/layout/list1"/>
    <dgm:cxn modelId="{D109AB90-E367-4EF9-9C11-679202450949}" type="presParOf" srcId="{E1EA7FB9-4F03-4E70-94BB-467A50B540B3}" destId="{ACBA4ECC-D8AF-4042-AB6C-1DB746984CA8}" srcOrd="18" destOrd="0" presId="urn:microsoft.com/office/officeart/2005/8/layout/list1"/>
    <dgm:cxn modelId="{028B7233-F086-46C9-AC4F-1F86D0D08FE1}" type="presParOf" srcId="{E1EA7FB9-4F03-4E70-94BB-467A50B540B3}" destId="{52A480A0-130D-47FC-8111-6EC04A524594}" srcOrd="19" destOrd="0" presId="urn:microsoft.com/office/officeart/2005/8/layout/list1"/>
    <dgm:cxn modelId="{0A3AB9A1-497E-4A31-871F-4CED6369A509}" type="presParOf" srcId="{E1EA7FB9-4F03-4E70-94BB-467A50B540B3}" destId="{A13B2414-97DB-4D66-AE26-CCA4F1E14CA1}" srcOrd="20" destOrd="0" presId="urn:microsoft.com/office/officeart/2005/8/layout/list1"/>
    <dgm:cxn modelId="{62532E6B-F130-49A7-9276-BF243B7FABA6}" type="presParOf" srcId="{A13B2414-97DB-4D66-AE26-CCA4F1E14CA1}" destId="{F82F048D-1629-44CB-B078-E9CF18830FB1}" srcOrd="0" destOrd="0" presId="urn:microsoft.com/office/officeart/2005/8/layout/list1"/>
    <dgm:cxn modelId="{D06087F1-4D3B-492B-923A-CA81B0F2EB7C}" type="presParOf" srcId="{A13B2414-97DB-4D66-AE26-CCA4F1E14CA1}" destId="{5356B80C-B4AF-4EED-855A-E67E2533EAC9}" srcOrd="1" destOrd="0" presId="urn:microsoft.com/office/officeart/2005/8/layout/list1"/>
    <dgm:cxn modelId="{5F462B38-B3F4-4AA9-AA8E-65852F3D7636}" type="presParOf" srcId="{E1EA7FB9-4F03-4E70-94BB-467A50B540B3}" destId="{5199A333-C70F-46B4-8229-265979988FE4}" srcOrd="21" destOrd="0" presId="urn:microsoft.com/office/officeart/2005/8/layout/list1"/>
    <dgm:cxn modelId="{FAD36CAD-F97E-48D6-94EB-23053BA391A9}" type="presParOf" srcId="{E1EA7FB9-4F03-4E70-94BB-467A50B540B3}" destId="{5D20DC84-8952-4859-B169-61E24CB51778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19DEFE-919B-40CA-9993-60E314766EA7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55E1D-6AF0-48EB-A55B-290ECC4187A0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Encoder: Pretrained Convolutional Neural Network (CNN) (e.g., ResNet50 without last layer) to extract image features.</a:t>
          </a:r>
        </a:p>
      </dsp:txBody>
      <dsp:txXfrm>
        <a:off x="398656" y="1088253"/>
        <a:ext cx="2959127" cy="1837317"/>
      </dsp:txXfrm>
    </dsp:sp>
    <dsp:sp modelId="{D1555C4D-2532-4802-AC18-7269C9848E7F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AF304-1758-4718-94E8-F49126683E01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Decoder: Long Short-Term Memory (LSTM) network to generate captions word-by-word from the image features.</a:t>
          </a:r>
        </a:p>
      </dsp:txBody>
      <dsp:txXfrm>
        <a:off x="4155097" y="1088253"/>
        <a:ext cx="2959127" cy="1837317"/>
      </dsp:txXfrm>
    </dsp:sp>
    <dsp:sp modelId="{57ADFE41-679F-4256-8496-BA52C3CA1D2A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B5C12-A054-4356-AAD8-F816C5FF2452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OR: A pretrained image captioning model from libraries like </a:t>
          </a:r>
          <a:r>
            <a:rPr lang="en-US" sz="2000" kern="1200" dirty="0" err="1"/>
            <a:t>HuggingFace</a:t>
          </a:r>
          <a:r>
            <a:rPr lang="en-US" sz="2000" kern="1200" dirty="0"/>
            <a:t> Transformers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6E61B7-9EEA-4A43-9B62-3C7A17231092}">
      <dsp:nvSpPr>
        <dsp:cNvPr id="0" name=""/>
        <dsp:cNvSpPr/>
      </dsp:nvSpPr>
      <dsp:spPr>
        <a:xfrm>
          <a:off x="2964783" y="789929"/>
          <a:ext cx="6091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9110" y="45720"/>
              </a:lnTo>
            </a:path>
            <a:path>
              <a:moveTo>
                <a:pt x="370064" y="45720"/>
              </a:moveTo>
              <a:lnTo>
                <a:pt x="60917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</a:t>
          </a:r>
        </a:p>
      </dsp:txBody>
      <dsp:txXfrm>
        <a:off x="3203894" y="732186"/>
        <a:ext cx="130953" cy="206927"/>
      </dsp:txXfrm>
    </dsp:sp>
    <dsp:sp modelId="{312F367A-CC13-4940-BD66-FF0F90199EF9}">
      <dsp:nvSpPr>
        <dsp:cNvPr id="0" name=""/>
        <dsp:cNvSpPr/>
      </dsp:nvSpPr>
      <dsp:spPr>
        <a:xfrm>
          <a:off x="184953" y="1160"/>
          <a:ext cx="2781629" cy="16689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302" tIns="143073" rIns="136302" bIns="1430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Input Image: Feed a resized and normalized image into the pretrained CNN encoder.</a:t>
          </a:r>
        </a:p>
      </dsp:txBody>
      <dsp:txXfrm>
        <a:off x="184953" y="1160"/>
        <a:ext cx="2781629" cy="1668977"/>
      </dsp:txXfrm>
    </dsp:sp>
    <dsp:sp modelId="{FABB7E40-7A12-4212-853B-96619825C9C6}">
      <dsp:nvSpPr>
        <dsp:cNvPr id="0" name=""/>
        <dsp:cNvSpPr/>
      </dsp:nvSpPr>
      <dsp:spPr>
        <a:xfrm>
          <a:off x="6386188" y="789929"/>
          <a:ext cx="6091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9110" y="45720"/>
              </a:lnTo>
            </a:path>
            <a:path>
              <a:moveTo>
                <a:pt x="370064" y="45720"/>
              </a:moveTo>
              <a:lnTo>
                <a:pt x="60917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</a:t>
          </a:r>
        </a:p>
      </dsp:txBody>
      <dsp:txXfrm>
        <a:off x="6625298" y="732186"/>
        <a:ext cx="130953" cy="206927"/>
      </dsp:txXfrm>
    </dsp:sp>
    <dsp:sp modelId="{1988CD58-732D-4210-96DB-97934CBF360A}">
      <dsp:nvSpPr>
        <dsp:cNvPr id="0" name=""/>
        <dsp:cNvSpPr/>
      </dsp:nvSpPr>
      <dsp:spPr>
        <a:xfrm>
          <a:off x="3606358" y="1160"/>
          <a:ext cx="2781629" cy="16689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302" tIns="143073" rIns="136302" bIns="1430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Feature Extraction: CNN outputs a feature vector representing the image.</a:t>
          </a:r>
        </a:p>
      </dsp:txBody>
      <dsp:txXfrm>
        <a:off x="3606358" y="1160"/>
        <a:ext cx="2781629" cy="1668977"/>
      </dsp:txXfrm>
    </dsp:sp>
    <dsp:sp modelId="{FF11727E-3959-4536-B0DC-9A3824B19312}">
      <dsp:nvSpPr>
        <dsp:cNvPr id="0" name=""/>
        <dsp:cNvSpPr/>
      </dsp:nvSpPr>
      <dsp:spPr>
        <a:xfrm>
          <a:off x="1575768" y="1668338"/>
          <a:ext cx="6842809" cy="609174"/>
        </a:xfrm>
        <a:custGeom>
          <a:avLst/>
          <a:gdLst/>
          <a:ahLst/>
          <a:cxnLst/>
          <a:rect l="0" t="0" r="0" b="0"/>
          <a:pathLst>
            <a:path>
              <a:moveTo>
                <a:pt x="6842809" y="0"/>
              </a:moveTo>
              <a:lnTo>
                <a:pt x="6842809" y="321687"/>
              </a:lnTo>
              <a:lnTo>
                <a:pt x="0" y="321687"/>
              </a:lnTo>
              <a:lnTo>
                <a:pt x="0" y="60917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</a:t>
          </a:r>
        </a:p>
      </dsp:txBody>
      <dsp:txXfrm>
        <a:off x="4825357" y="1869462"/>
        <a:ext cx="343632" cy="206927"/>
      </dsp:txXfrm>
    </dsp:sp>
    <dsp:sp modelId="{80E622B2-B9F9-4118-B16A-6EED88C63947}">
      <dsp:nvSpPr>
        <dsp:cNvPr id="0" name=""/>
        <dsp:cNvSpPr/>
      </dsp:nvSpPr>
      <dsp:spPr>
        <a:xfrm>
          <a:off x="7027763" y="1160"/>
          <a:ext cx="2781629" cy="16689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302" tIns="143073" rIns="136302" bIns="1430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Caption Sequence Input: Start with a special token (e.g., &lt;start&gt;).</a:t>
          </a:r>
        </a:p>
      </dsp:txBody>
      <dsp:txXfrm>
        <a:off x="7027763" y="1160"/>
        <a:ext cx="2781629" cy="1668977"/>
      </dsp:txXfrm>
    </dsp:sp>
    <dsp:sp modelId="{F6008077-5162-48EE-8208-2F09A3A82493}">
      <dsp:nvSpPr>
        <dsp:cNvPr id="0" name=""/>
        <dsp:cNvSpPr/>
      </dsp:nvSpPr>
      <dsp:spPr>
        <a:xfrm>
          <a:off x="2964783" y="3098682"/>
          <a:ext cx="6091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9110" y="45719"/>
              </a:lnTo>
            </a:path>
            <a:path>
              <a:moveTo>
                <a:pt x="370064" y="45719"/>
              </a:moveTo>
              <a:lnTo>
                <a:pt x="60917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</a:t>
          </a:r>
        </a:p>
      </dsp:txBody>
      <dsp:txXfrm>
        <a:off x="3203894" y="3040938"/>
        <a:ext cx="130953" cy="206927"/>
      </dsp:txXfrm>
    </dsp:sp>
    <dsp:sp modelId="{6728F298-CA75-4B77-9610-A5350C73827A}">
      <dsp:nvSpPr>
        <dsp:cNvPr id="0" name=""/>
        <dsp:cNvSpPr/>
      </dsp:nvSpPr>
      <dsp:spPr>
        <a:xfrm>
          <a:off x="184953" y="2309913"/>
          <a:ext cx="2781629" cy="16689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302" tIns="143073" rIns="136302" bIns="1430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Word Prediction: The LSTM decoder takes the image features and previously generated words to predict the next word.</a:t>
          </a:r>
        </a:p>
      </dsp:txBody>
      <dsp:txXfrm>
        <a:off x="184953" y="2309913"/>
        <a:ext cx="2781629" cy="1668977"/>
      </dsp:txXfrm>
    </dsp:sp>
    <dsp:sp modelId="{4BB0F00E-49BA-4293-BA8F-D436F036B353}">
      <dsp:nvSpPr>
        <dsp:cNvPr id="0" name=""/>
        <dsp:cNvSpPr/>
      </dsp:nvSpPr>
      <dsp:spPr>
        <a:xfrm>
          <a:off x="6386188" y="3098682"/>
          <a:ext cx="6091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9110" y="45719"/>
              </a:lnTo>
            </a:path>
            <a:path>
              <a:moveTo>
                <a:pt x="370064" y="45719"/>
              </a:moveTo>
              <a:lnTo>
                <a:pt x="60917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</a:t>
          </a:r>
        </a:p>
      </dsp:txBody>
      <dsp:txXfrm>
        <a:off x="6625298" y="3040938"/>
        <a:ext cx="130953" cy="206927"/>
      </dsp:txXfrm>
    </dsp:sp>
    <dsp:sp modelId="{339FBB42-67D4-46A4-81C3-371A6C0915CB}">
      <dsp:nvSpPr>
        <dsp:cNvPr id="0" name=""/>
        <dsp:cNvSpPr/>
      </dsp:nvSpPr>
      <dsp:spPr>
        <a:xfrm>
          <a:off x="3606358" y="2309913"/>
          <a:ext cx="2781629" cy="16689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302" tIns="143073" rIns="136302" bIns="1430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Repeat Step  until the LSTM outputs an &lt;end&gt; token or max caption length is reached.</a:t>
          </a:r>
        </a:p>
      </dsp:txBody>
      <dsp:txXfrm>
        <a:off x="3606358" y="2309913"/>
        <a:ext cx="2781629" cy="1668977"/>
      </dsp:txXfrm>
    </dsp:sp>
    <dsp:sp modelId="{0797955A-31CB-4479-9EC8-6DB6BA91601B}">
      <dsp:nvSpPr>
        <dsp:cNvPr id="0" name=""/>
        <dsp:cNvSpPr/>
      </dsp:nvSpPr>
      <dsp:spPr>
        <a:xfrm>
          <a:off x="7027763" y="2309913"/>
          <a:ext cx="2781629" cy="16689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302" tIns="143073" rIns="136302" bIns="1430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Output: Collected predicted words form the caption.</a:t>
          </a:r>
        </a:p>
      </dsp:txBody>
      <dsp:txXfrm>
        <a:off x="7027763" y="2309913"/>
        <a:ext cx="2781629" cy="16689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B39CE6-3EE1-45D1-9EB7-9F9E6A3EA40A}">
      <dsp:nvSpPr>
        <dsp:cNvPr id="0" name=""/>
        <dsp:cNvSpPr/>
      </dsp:nvSpPr>
      <dsp:spPr>
        <a:xfrm>
          <a:off x="0" y="221075"/>
          <a:ext cx="9994347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D28E3-59DC-402F-8029-4DC5A173A9E9}">
      <dsp:nvSpPr>
        <dsp:cNvPr id="0" name=""/>
        <dsp:cNvSpPr/>
      </dsp:nvSpPr>
      <dsp:spPr>
        <a:xfrm>
          <a:off x="499717" y="73475"/>
          <a:ext cx="6996042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434" tIns="0" rIns="26443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Data Collection: Use publicly available datasets (e.g., Flickr8k or MS COCO) that have images paired with captions.</a:t>
          </a:r>
        </a:p>
      </dsp:txBody>
      <dsp:txXfrm>
        <a:off x="514127" y="87885"/>
        <a:ext cx="6967222" cy="266380"/>
      </dsp:txXfrm>
    </dsp:sp>
    <dsp:sp modelId="{B8049752-F9D8-4B41-B227-6AA4A1770F7B}">
      <dsp:nvSpPr>
        <dsp:cNvPr id="0" name=""/>
        <dsp:cNvSpPr/>
      </dsp:nvSpPr>
      <dsp:spPr>
        <a:xfrm>
          <a:off x="0" y="674675"/>
          <a:ext cx="9994347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672" tIns="208280" rIns="77567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Resize and normalize all images.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Tokenize captions, turn words into integers, pad to fixed length, and add &lt;start&gt; and &lt;end&gt; tokens.</a:t>
          </a:r>
        </a:p>
      </dsp:txBody>
      <dsp:txXfrm>
        <a:off x="0" y="674675"/>
        <a:ext cx="9994347" cy="582750"/>
      </dsp:txXfrm>
    </dsp:sp>
    <dsp:sp modelId="{63BFDA18-46DC-425B-A82C-ADD5814D2610}">
      <dsp:nvSpPr>
        <dsp:cNvPr id="0" name=""/>
        <dsp:cNvSpPr/>
      </dsp:nvSpPr>
      <dsp:spPr>
        <a:xfrm>
          <a:off x="499717" y="527075"/>
          <a:ext cx="6996042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434" tIns="0" rIns="26443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Data Preprocessing:</a:t>
          </a:r>
        </a:p>
      </dsp:txBody>
      <dsp:txXfrm>
        <a:off x="514127" y="541485"/>
        <a:ext cx="6967222" cy="266380"/>
      </dsp:txXfrm>
    </dsp:sp>
    <dsp:sp modelId="{41D47853-286B-41FE-B502-F8A777E1E905}">
      <dsp:nvSpPr>
        <dsp:cNvPr id="0" name=""/>
        <dsp:cNvSpPr/>
      </dsp:nvSpPr>
      <dsp:spPr>
        <a:xfrm>
          <a:off x="0" y="1459025"/>
          <a:ext cx="9994347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672" tIns="208280" rIns="77567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Use a pretrained CNN without its output layer as encoder.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Build an LSTM-based decoder with embedding and output layers.</a:t>
          </a:r>
        </a:p>
      </dsp:txBody>
      <dsp:txXfrm>
        <a:off x="0" y="1459025"/>
        <a:ext cx="9994347" cy="582750"/>
      </dsp:txXfrm>
    </dsp:sp>
    <dsp:sp modelId="{5D977D2E-0285-44C4-9DFA-4F465F34486E}">
      <dsp:nvSpPr>
        <dsp:cNvPr id="0" name=""/>
        <dsp:cNvSpPr/>
      </dsp:nvSpPr>
      <dsp:spPr>
        <a:xfrm>
          <a:off x="499717" y="1311425"/>
          <a:ext cx="6996042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434" tIns="0" rIns="26443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Model Building:</a:t>
          </a:r>
        </a:p>
      </dsp:txBody>
      <dsp:txXfrm>
        <a:off x="514127" y="1325835"/>
        <a:ext cx="6967222" cy="266380"/>
      </dsp:txXfrm>
    </dsp:sp>
    <dsp:sp modelId="{CC0E9EA5-00BA-442E-9912-75E0F054E6AD}">
      <dsp:nvSpPr>
        <dsp:cNvPr id="0" name=""/>
        <dsp:cNvSpPr/>
      </dsp:nvSpPr>
      <dsp:spPr>
        <a:xfrm>
          <a:off x="0" y="2243376"/>
          <a:ext cx="9994347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672" tIns="208280" rIns="77567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Train the model on image-caption pairs.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Use cross-entropy loss and Adam optimizer.</a:t>
          </a:r>
        </a:p>
      </dsp:txBody>
      <dsp:txXfrm>
        <a:off x="0" y="2243376"/>
        <a:ext cx="9994347" cy="582750"/>
      </dsp:txXfrm>
    </dsp:sp>
    <dsp:sp modelId="{B9987AAD-5D7A-4D28-A039-4027C84888BE}">
      <dsp:nvSpPr>
        <dsp:cNvPr id="0" name=""/>
        <dsp:cNvSpPr/>
      </dsp:nvSpPr>
      <dsp:spPr>
        <a:xfrm>
          <a:off x="499717" y="2095775"/>
          <a:ext cx="6996042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434" tIns="0" rIns="26443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Training:</a:t>
          </a:r>
        </a:p>
      </dsp:txBody>
      <dsp:txXfrm>
        <a:off x="514127" y="2110185"/>
        <a:ext cx="6967222" cy="266380"/>
      </dsp:txXfrm>
    </dsp:sp>
    <dsp:sp modelId="{ACBA4ECC-D8AF-4042-AB6C-1DB746984CA8}">
      <dsp:nvSpPr>
        <dsp:cNvPr id="0" name=""/>
        <dsp:cNvSpPr/>
      </dsp:nvSpPr>
      <dsp:spPr>
        <a:xfrm>
          <a:off x="0" y="3027726"/>
          <a:ext cx="9994347" cy="425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672" tIns="208280" rIns="77567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Generate captions for new images by feeding the image features and starting token, then predicting words one by one.</a:t>
          </a:r>
        </a:p>
      </dsp:txBody>
      <dsp:txXfrm>
        <a:off x="0" y="3027726"/>
        <a:ext cx="9994347" cy="425250"/>
      </dsp:txXfrm>
    </dsp:sp>
    <dsp:sp modelId="{A045FCCC-C1CD-423D-B6BF-CA0CF2122E3F}">
      <dsp:nvSpPr>
        <dsp:cNvPr id="0" name=""/>
        <dsp:cNvSpPr/>
      </dsp:nvSpPr>
      <dsp:spPr>
        <a:xfrm>
          <a:off x="499717" y="2880126"/>
          <a:ext cx="6996042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434" tIns="0" rIns="26443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Inference:</a:t>
          </a:r>
        </a:p>
      </dsp:txBody>
      <dsp:txXfrm>
        <a:off x="514127" y="2894536"/>
        <a:ext cx="6967222" cy="266380"/>
      </dsp:txXfrm>
    </dsp:sp>
    <dsp:sp modelId="{5D20DC84-8952-4859-B169-61E24CB51778}">
      <dsp:nvSpPr>
        <dsp:cNvPr id="0" name=""/>
        <dsp:cNvSpPr/>
      </dsp:nvSpPr>
      <dsp:spPr>
        <a:xfrm>
          <a:off x="0" y="3654576"/>
          <a:ext cx="9994347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56B80C-B4AF-4EED-855A-E67E2533EAC9}">
      <dsp:nvSpPr>
        <dsp:cNvPr id="0" name=""/>
        <dsp:cNvSpPr/>
      </dsp:nvSpPr>
      <dsp:spPr>
        <a:xfrm>
          <a:off x="499717" y="3506976"/>
          <a:ext cx="6996042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434" tIns="0" rIns="26443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Evaluation: Use simple metrics like BLEU score to check how good your captions are.</a:t>
          </a:r>
        </a:p>
      </dsp:txBody>
      <dsp:txXfrm>
        <a:off x="514127" y="3521386"/>
        <a:ext cx="6967222" cy="266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73EC-854F-C69E-FF16-E96C91AE7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C619F-C7F2-5BBF-29CE-F077EBD5C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DB298-C1E6-6561-A0EC-18BAAEC0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820EF-702E-1229-356A-546932AEB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B3F3C-8890-48DA-469A-C6C95B43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11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E5BB-CC05-DE39-4AF4-04D91F49B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D54C9-6B3E-730A-78C1-C68E53DBB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2BC4B-AF29-3645-A3AD-4767951F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4C275-1CDB-18CF-AC28-25A926C0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725E5-2E78-9CA8-9DD1-808CBD58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69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4061-0100-19C4-4BF6-5AA1CD43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12159-D6E2-580F-F27C-F4BF4D9A9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D7D55-CFA7-F558-A2CA-78239D3E5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33571-E9B0-703F-23FC-FACAC1C4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FB23C-F8C0-4D6F-53E7-27335F4A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74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B12F-A100-E6BB-9F7A-F870DE15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90318-D068-B316-AF08-FB59F7BA98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9E61F-4400-569C-8931-C0D4E516B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E5792-1462-CC11-E284-9893657F0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E5141-E518-D316-5370-7FEAE80FE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03994-632A-5987-6575-D550823B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53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B3C9-11C1-537F-0607-A91497BE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37BE1-676A-EF91-2161-42E9A33DB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6923C-74E8-F686-0C20-B030BDD7E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67138-8C4A-15FA-99D6-FE62331DE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2A0BB0-14C0-3FB1-580C-E3D064C89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38FB8-7729-7ED0-2BA0-7E9D9D35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ADF6FB-894C-EA20-3B04-887E764A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2BD1D-6291-475D-B5A7-1F17A0C6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21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8A20-A6D1-E1F5-59EF-D52882840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DC32B-36F0-063E-0071-A41F8643C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D701AC-E55D-415D-9E1D-24EAB1B75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FC5D8-E9AD-759C-A2C1-2B2C6043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71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7742D7-61E5-40D1-E3CA-A9A6A8361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587A5-90A1-F9FB-8CDE-2F72AC57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9949E-4F53-6A74-632E-B1F293F8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49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BF5B-BCC7-B283-2864-DC048706A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436D3-D659-766C-11CB-F74E88E25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28E05-DB9A-6905-A378-64E45FED6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F5E39-D5A4-5A83-1D52-B6A5C1E3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3C882-6B54-7D56-52DD-DE5DE85D4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B4411-3FF1-6735-F4A2-5EFF1666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31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8AB9-D94D-7DA9-FC9C-2F32BC3A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A49DFB-C821-5263-5992-DDC22F33B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4980D-29D4-C079-D979-80480F75C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4290A-D5DE-F838-F843-41424C76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906DB-8F56-8D21-7766-D75A40B6A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B4A64-A30F-D756-77E7-88013E55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6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C407-53D9-E0E3-38B1-C22D6359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4E146-8296-40E2-D685-9A56DC6B4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E428F-510E-0FBA-0B3E-DD840E03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A2D76-5F88-E918-F66A-4125CC032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02923-F7D8-9292-A9F6-1C678E86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60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35B3F-60E3-6D72-E0E4-E5CBA6D38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316F0-1463-C8B0-EFD8-279CCE34B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49774-F825-204D-A13F-78182264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F17A5-7B4A-F473-1559-0BFF938D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940E2-A7EC-0BDE-C042-6111A0B9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20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A5E80A-24BC-C2BB-AF01-5F28AC60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843FA-292C-701C-2297-CF3E18A3B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F325F-FE84-877A-D8D2-CDF896420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15294-378E-4F8B-A29E-545B6BF1DACC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326C1-AB77-12DD-069A-9BEBCC686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AD73D-B9EF-9331-9573-DD888E9DC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58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2DFF7-5D32-DF09-222A-FD98D8FD3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0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IN" sz="5200" dirty="0"/>
              <a:t>Team 1- Image Captioning Model</a:t>
            </a:r>
            <a:endParaRPr lang="en-GB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F97F6-BFEB-BB0B-229E-B23B6C78E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099" y="3692956"/>
            <a:ext cx="4978399" cy="205865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2000" dirty="0"/>
              <a:t>2410030012 – Akshaj</a:t>
            </a:r>
          </a:p>
          <a:p>
            <a:pPr algn="l"/>
            <a:r>
              <a:rPr lang="en-IN" sz="2000" dirty="0"/>
              <a:t>2410030200 – Bhuvanesh</a:t>
            </a:r>
          </a:p>
          <a:p>
            <a:pPr algn="l"/>
            <a:r>
              <a:rPr lang="en-IN" sz="2000" dirty="0"/>
              <a:t>2410030280 – Hridya</a:t>
            </a:r>
          </a:p>
          <a:p>
            <a:pPr algn="l"/>
            <a:r>
              <a:rPr lang="en-IN" sz="2000" dirty="0"/>
              <a:t>2410030297 – Sahasra</a:t>
            </a:r>
          </a:p>
          <a:p>
            <a:pPr algn="l"/>
            <a:r>
              <a:rPr lang="en-IN" sz="2000" dirty="0"/>
              <a:t>2410030470 – Tanvi</a:t>
            </a:r>
          </a:p>
          <a:p>
            <a:pPr algn="l"/>
            <a:r>
              <a:rPr lang="en-IN" sz="2000" dirty="0"/>
              <a:t>2410030494 - Gayathri</a:t>
            </a:r>
            <a:endParaRPr lang="en-GB" sz="2000" dirty="0"/>
          </a:p>
        </p:txBody>
      </p:sp>
      <p:pic>
        <p:nvPicPr>
          <p:cNvPr id="7" name="Graphic 6" descr="Subtitles">
            <a:extLst>
              <a:ext uri="{FF2B5EF4-FFF2-40B4-BE49-F238E27FC236}">
                <a16:creationId xmlns:a16="http://schemas.microsoft.com/office/drawing/2014/main" id="{131D56E2-5A91-7167-D7C1-8904B71B6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Subtitles">
            <a:extLst>
              <a:ext uri="{FF2B5EF4-FFF2-40B4-BE49-F238E27FC236}">
                <a16:creationId xmlns:a16="http://schemas.microsoft.com/office/drawing/2014/main" id="{96F280BC-735F-4D82-A399-A94B503DC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41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7AA92-1AA9-0EDF-47CF-72A075BD7407}"/>
              </a:ext>
            </a:extLst>
          </p:cNvPr>
          <p:cNvSpPr txBox="1">
            <a:spLocks/>
          </p:cNvSpPr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DESIGN</a:t>
            </a:r>
          </a:p>
        </p:txBody>
      </p:sp>
      <p:graphicFrame>
        <p:nvGraphicFramePr>
          <p:cNvPr id="5" name="Subtitle 2">
            <a:extLst>
              <a:ext uri="{FF2B5EF4-FFF2-40B4-BE49-F238E27FC236}">
                <a16:creationId xmlns:a16="http://schemas.microsoft.com/office/drawing/2014/main" id="{7FA932C5-13D5-AD59-0D20-EFFE2399DD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849508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5986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7308-ECE9-9886-575A-D37B42F9CFC2}"/>
              </a:ext>
            </a:extLst>
          </p:cNvPr>
          <p:cNvSpPr txBox="1">
            <a:spLocks/>
          </p:cNvSpPr>
          <p:nvPr/>
        </p:nvSpPr>
        <p:spPr>
          <a:xfrm>
            <a:off x="2841211" y="-79513"/>
            <a:ext cx="6509578" cy="161454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200" dirty="0"/>
              <a:t>ALGORITHM</a:t>
            </a:r>
            <a:endParaRPr lang="en-GB" sz="5200" dirty="0"/>
          </a:p>
        </p:txBody>
      </p:sp>
      <p:graphicFrame>
        <p:nvGraphicFramePr>
          <p:cNvPr id="5" name="Subtitle 2">
            <a:extLst>
              <a:ext uri="{FF2B5EF4-FFF2-40B4-BE49-F238E27FC236}">
                <a16:creationId xmlns:a16="http://schemas.microsoft.com/office/drawing/2014/main" id="{B0976CD3-E16E-8B6A-9891-84B4317140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4532170"/>
              </p:ext>
            </p:extLst>
          </p:nvPr>
        </p:nvGraphicFramePr>
        <p:xfrm>
          <a:off x="1117601" y="1903913"/>
          <a:ext cx="9994347" cy="3980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311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F3A5A-FE65-5466-E2C9-90A5BC47831F}"/>
              </a:ext>
            </a:extLst>
          </p:cNvPr>
          <p:cNvSpPr txBox="1">
            <a:spLocks/>
          </p:cNvSpPr>
          <p:nvPr/>
        </p:nvSpPr>
        <p:spPr>
          <a:xfrm>
            <a:off x="2841211" y="-79513"/>
            <a:ext cx="6509578" cy="161454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200" dirty="0"/>
              <a:t>PROJECT WORKFLOW</a:t>
            </a:r>
            <a:endParaRPr lang="en-GB" sz="5200" dirty="0"/>
          </a:p>
        </p:txBody>
      </p:sp>
      <p:graphicFrame>
        <p:nvGraphicFramePr>
          <p:cNvPr id="11" name="Subtitle 2">
            <a:extLst>
              <a:ext uri="{FF2B5EF4-FFF2-40B4-BE49-F238E27FC236}">
                <a16:creationId xmlns:a16="http://schemas.microsoft.com/office/drawing/2014/main" id="{A095C226-672D-8B86-FB70-5B47DD63162F}"/>
              </a:ext>
            </a:extLst>
          </p:cNvPr>
          <p:cNvGraphicFramePr/>
          <p:nvPr/>
        </p:nvGraphicFramePr>
        <p:xfrm>
          <a:off x="1117601" y="1903913"/>
          <a:ext cx="9994347" cy="3980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1912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309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Team 1- Image Captioning Model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JETTI GAYATHRI NAGA SRI</dc:creator>
  <cp:lastModifiedBy>gayathrijabcde@gmail.com</cp:lastModifiedBy>
  <cp:revision>1</cp:revision>
  <dcterms:created xsi:type="dcterms:W3CDTF">2025-08-13T05:22:25Z</dcterms:created>
  <dcterms:modified xsi:type="dcterms:W3CDTF">2025-09-22T05:43:24Z</dcterms:modified>
</cp:coreProperties>
</file>